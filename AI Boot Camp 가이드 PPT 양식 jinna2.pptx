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4" r:id="rId3"/>
    <p:sldId id="271" r:id="rId4"/>
    <p:sldId id="259" r:id="rId5"/>
    <p:sldId id="272" r:id="rId6"/>
    <p:sldId id="264" r:id="rId7"/>
    <p:sldId id="260" r:id="rId8"/>
    <p:sldId id="276" r:id="rId9"/>
    <p:sldId id="273" r:id="rId10"/>
    <p:sldId id="266" r:id="rId11"/>
    <p:sldId id="268" r:id="rId12"/>
  </p:sldIdLst>
  <p:sldSz cx="12192000" cy="6858000"/>
  <p:notesSz cx="6858000" cy="9144000"/>
  <p:embeddedFontLst>
    <p:embeddedFont>
      <p:font typeface="Noto Sans KR" panose="020B0200000000000000" pitchFamily="50" charset="-127"/>
      <p:regular r:id="rId14"/>
      <p:bold r:id="rId15"/>
    </p:embeddedFont>
    <p:embeddedFont>
      <p:font typeface="Pretendard" panose="02000503000000020004" pitchFamily="50" charset="-127"/>
      <p:regular r:id="rId16"/>
      <p:bold r:id="rId17"/>
    </p:embeddedFont>
    <p:embeddedFont>
      <p:font typeface="Pretendard Medium" panose="02000603000000020004" pitchFamily="50" charset="-12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93"/>
    <a:srgbClr val="353434"/>
    <a:srgbClr val="DD5E15"/>
    <a:srgbClr val="E9002A"/>
    <a:srgbClr val="FF7900"/>
    <a:srgbClr val="FFF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3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D09E3C4-7722-4B78-6131-C5EDDD78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BCA4D4A-FA47-5934-2B49-7DED9CBA0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37949E5-CB8B-8E26-8467-E000011B3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591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C6E747E5-2AE2-FCE9-FFCE-5AA3110E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DD16D9A9-64B8-E70A-3B6B-7C180085E8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065A654D-09DB-02AA-BFE1-9A25C4D9D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0465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3D2EC3CA-049E-A960-EA7A-43063C79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0BE4785-9AF2-27C4-A4B0-DB45BD90B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9E7ECBC4-5457-C62D-F95E-67F9B073D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6303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2DE839D-DE2B-1AA0-A546-453A3B65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42D1831B-88F7-64EE-5B59-B27EFA368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>
            <a:extLst>
              <a:ext uri="{FF2B5EF4-FFF2-40B4-BE49-F238E27FC236}">
                <a16:creationId xmlns:a16="http://schemas.microsoft.com/office/drawing/2014/main" id="{DE7EA023-DFF6-230D-E86C-96A378086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596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9237788E-7634-FF0A-17C9-682773D2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0F58406C-4C13-0CA0-8422-5CDD08A46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7570674F-E7E8-269A-F3A5-899521332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9852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4;p14" descr="image.png">
            <a:extLst>
              <a:ext uri="{FF2B5EF4-FFF2-40B4-BE49-F238E27FC236}">
                <a16:creationId xmlns:a16="http://schemas.microsoft.com/office/drawing/2014/main" id="{1237DF11-89B1-6534-BB7D-B3DD771EE7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19">
            <a:extLst>
              <a:ext uri="{FF2B5EF4-FFF2-40B4-BE49-F238E27FC236}">
                <a16:creationId xmlns:a16="http://schemas.microsoft.com/office/drawing/2014/main" id="{E4F649E7-B203-6252-EF74-0F8C1CE52019}"/>
              </a:ext>
            </a:extLst>
          </p:cNvPr>
          <p:cNvSpPr/>
          <p:nvPr/>
        </p:nvSpPr>
        <p:spPr>
          <a:xfrm>
            <a:off x="0" y="1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3DED1EF4-0700-7750-729C-46F21EF552D5}"/>
              </a:ext>
            </a:extLst>
          </p:cNvPr>
          <p:cNvSpPr txBox="1"/>
          <p:nvPr/>
        </p:nvSpPr>
        <p:spPr>
          <a:xfrm>
            <a:off x="3361209" y="3089228"/>
            <a:ext cx="546958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0" u="none" strike="noStrike" cap="none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Boot Camp</a:t>
            </a:r>
            <a:endParaRPr sz="6400" dirty="0">
              <a:solidFill>
                <a:srgbClr val="35343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AE10778-C37B-3C83-0150-3584CB6A1899}"/>
              </a:ext>
            </a:extLst>
          </p:cNvPr>
          <p:cNvGrpSpPr/>
          <p:nvPr/>
        </p:nvGrpSpPr>
        <p:grpSpPr>
          <a:xfrm>
            <a:off x="3361209" y="2181867"/>
            <a:ext cx="5469582" cy="771834"/>
            <a:chOff x="3361134" y="1314704"/>
            <a:chExt cx="5469582" cy="771834"/>
          </a:xfrm>
        </p:grpSpPr>
        <p:sp>
          <p:nvSpPr>
            <p:cNvPr id="10" name="Google Shape;85;p13">
              <a:extLst>
                <a:ext uri="{FF2B5EF4-FFF2-40B4-BE49-F238E27FC236}">
                  <a16:creationId xmlns:a16="http://schemas.microsoft.com/office/drawing/2014/main" id="{82EF33D9-90F4-D32E-FF83-E930B3CEA527}"/>
                </a:ext>
              </a:extLst>
            </p:cNvPr>
            <p:cNvSpPr txBox="1"/>
            <p:nvPr/>
          </p:nvSpPr>
          <p:spPr>
            <a:xfrm>
              <a:off x="3361134" y="1314704"/>
              <a:ext cx="5469582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SK </a:t>
              </a:r>
              <a:r>
                <a:rPr lang="en-US" sz="2600" b="1" i="0" u="none" strike="noStrike" cap="none" dirty="0" err="1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ecoplant</a:t>
              </a:r>
              <a:r>
                <a:rPr lang="en-US" sz="2600" b="1" i="0" u="none" strike="noStrike" cap="none" dirty="0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materials</a:t>
              </a:r>
              <a:endParaRPr sz="2600" b="1" dirty="0">
                <a:solidFill>
                  <a:srgbClr val="DD5E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CBEB443-7BF9-51E0-81BB-A70E17AC9949}"/>
                </a:ext>
              </a:extLst>
            </p:cNvPr>
            <p:cNvSpPr/>
            <p:nvPr/>
          </p:nvSpPr>
          <p:spPr>
            <a:xfrm>
              <a:off x="4360340" y="2040819"/>
              <a:ext cx="3471168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" name="Google Shape;87;p13">
            <a:extLst>
              <a:ext uri="{FF2B5EF4-FFF2-40B4-BE49-F238E27FC236}">
                <a16:creationId xmlns:a16="http://schemas.microsoft.com/office/drawing/2014/main" id="{D71188E6-CF3D-05A0-3F0A-62AFE0028BC3}"/>
              </a:ext>
            </a:extLst>
          </p:cNvPr>
          <p:cNvSpPr txBox="1"/>
          <p:nvPr/>
        </p:nvSpPr>
        <p:spPr>
          <a:xfrm>
            <a:off x="840581" y="4335143"/>
            <a:ext cx="1051068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명</a:t>
            </a:r>
            <a:r>
              <a:rPr lang="en-US" altLang="ko-KR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 {{input1}} ]      /     [</a:t>
            </a:r>
            <a:r>
              <a:rPr lang="ko-KR" alt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발표자 </a:t>
            </a:r>
            <a:r>
              <a:rPr lang="en-US" altLang="ko-KR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 N</a:t>
            </a:r>
            <a:r>
              <a:rPr lang="ko-KR" alt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</a:t>
            </a:r>
            <a:r>
              <a:rPr lang="en-US" altLang="ko-KR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부서</a:t>
            </a:r>
            <a:r>
              <a:rPr lang="en-US" altLang="ko-KR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홍길동</a:t>
            </a:r>
            <a:r>
              <a:rPr lang="en-US" altLang="ko-KR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]</a:t>
            </a:r>
            <a:endParaRPr sz="2400" dirty="0">
              <a:solidFill>
                <a:srgbClr val="35343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43454CCA-40C7-DE9B-FBEB-884641FF6017}"/>
              </a:ext>
            </a:extLst>
          </p:cNvPr>
          <p:cNvSpPr/>
          <p:nvPr/>
        </p:nvSpPr>
        <p:spPr>
          <a:xfrm>
            <a:off x="-77" y="6646656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516F24D6-2FC1-4EAF-95A9-3933FEE1B58F}"/>
              </a:ext>
            </a:extLst>
          </p:cNvPr>
          <p:cNvSpPr/>
          <p:nvPr/>
        </p:nvSpPr>
        <p:spPr>
          <a:xfrm>
            <a:off x="10454640" y="98919"/>
            <a:ext cx="1924976" cy="1082799"/>
          </a:xfrm>
          <a:custGeom>
            <a:avLst/>
            <a:gdLst/>
            <a:ahLst/>
            <a:cxnLst/>
            <a:rect l="l" t="t" r="r" b="b"/>
            <a:pathLst>
              <a:path w="3564002" h="2004751">
                <a:moveTo>
                  <a:pt x="0" y="0"/>
                </a:moveTo>
                <a:lnTo>
                  <a:pt x="3564001" y="0"/>
                </a:lnTo>
                <a:lnTo>
                  <a:pt x="3564001" y="2004751"/>
                </a:lnTo>
                <a:lnTo>
                  <a:pt x="0" y="2004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FB1B4F9E-C775-49A2-1955-F1EE3EBE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4;p14" descr="image.png">
            <a:extLst>
              <a:ext uri="{FF2B5EF4-FFF2-40B4-BE49-F238E27FC236}">
                <a16:creationId xmlns:a16="http://schemas.microsoft.com/office/drawing/2014/main" id="{192AED6C-19EE-27E1-033B-6B098088F6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19">
            <a:extLst>
              <a:ext uri="{FF2B5EF4-FFF2-40B4-BE49-F238E27FC236}">
                <a16:creationId xmlns:a16="http://schemas.microsoft.com/office/drawing/2014/main" id="{099CF57E-5AA0-F723-76A3-341256D289FC}"/>
              </a:ext>
            </a:extLst>
          </p:cNvPr>
          <p:cNvSpPr/>
          <p:nvPr/>
        </p:nvSpPr>
        <p:spPr>
          <a:xfrm>
            <a:off x="0" y="1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431E2FAB-AEAA-BA04-4050-AD1AE08C47D1}"/>
              </a:ext>
            </a:extLst>
          </p:cNvPr>
          <p:cNvSpPr/>
          <p:nvPr/>
        </p:nvSpPr>
        <p:spPr>
          <a:xfrm>
            <a:off x="-77" y="6646656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B96B7DF7-2C55-DC24-FB4F-EA5554B91BFE}"/>
              </a:ext>
            </a:extLst>
          </p:cNvPr>
          <p:cNvSpPr/>
          <p:nvPr/>
        </p:nvSpPr>
        <p:spPr>
          <a:xfrm>
            <a:off x="10454640" y="98919"/>
            <a:ext cx="1924976" cy="1082799"/>
          </a:xfrm>
          <a:custGeom>
            <a:avLst/>
            <a:gdLst/>
            <a:ahLst/>
            <a:cxnLst/>
            <a:rect l="l" t="t" r="r" b="b"/>
            <a:pathLst>
              <a:path w="3564002" h="2004751">
                <a:moveTo>
                  <a:pt x="0" y="0"/>
                </a:moveTo>
                <a:lnTo>
                  <a:pt x="3564001" y="0"/>
                </a:lnTo>
                <a:lnTo>
                  <a:pt x="3564001" y="2004751"/>
                </a:lnTo>
                <a:lnTo>
                  <a:pt x="0" y="2004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E5B0E13-D48C-AF04-D3B6-86B06088C5FC}"/>
              </a:ext>
            </a:extLst>
          </p:cNvPr>
          <p:cNvGrpSpPr/>
          <p:nvPr/>
        </p:nvGrpSpPr>
        <p:grpSpPr>
          <a:xfrm>
            <a:off x="-793904" y="647878"/>
            <a:ext cx="5469582" cy="1154162"/>
            <a:chOff x="-479271" y="931070"/>
            <a:chExt cx="5469582" cy="1154162"/>
          </a:xfrm>
        </p:grpSpPr>
        <p:sp>
          <p:nvSpPr>
            <p:cNvPr id="10" name="Google Shape;85;p13">
              <a:extLst>
                <a:ext uri="{FF2B5EF4-FFF2-40B4-BE49-F238E27FC236}">
                  <a16:creationId xmlns:a16="http://schemas.microsoft.com/office/drawing/2014/main" id="{C6B633C3-8233-88D5-58FE-D8C9D88F0297}"/>
                </a:ext>
              </a:extLst>
            </p:cNvPr>
            <p:cNvSpPr txBox="1"/>
            <p:nvPr/>
          </p:nvSpPr>
          <p:spPr>
            <a:xfrm>
              <a:off x="-479271" y="931070"/>
              <a:ext cx="5469582" cy="1154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5000" b="1" i="0" u="none" strike="noStrike" cap="none" dirty="0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목차</a:t>
              </a:r>
              <a:endParaRPr sz="5000" b="1" dirty="0">
                <a:solidFill>
                  <a:srgbClr val="DD5E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" name="Google Shape;164;p18">
              <a:extLst>
                <a:ext uri="{FF2B5EF4-FFF2-40B4-BE49-F238E27FC236}">
                  <a16:creationId xmlns:a16="http://schemas.microsoft.com/office/drawing/2014/main" id="{B27FFFF3-C50B-9B76-366A-F1C457D6E9DD}"/>
                </a:ext>
              </a:extLst>
            </p:cNvPr>
            <p:cNvSpPr/>
            <p:nvPr/>
          </p:nvSpPr>
          <p:spPr>
            <a:xfrm>
              <a:off x="1234440" y="1181718"/>
              <a:ext cx="106680" cy="738521"/>
            </a:xfrm>
            <a:prstGeom prst="rect">
              <a:avLst/>
            </a:prstGeom>
            <a:solidFill>
              <a:srgbClr val="E600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3B2E026-6471-8ACC-B486-1D9D17F5C549}"/>
              </a:ext>
            </a:extLst>
          </p:cNvPr>
          <p:cNvGrpSpPr/>
          <p:nvPr/>
        </p:nvGrpSpPr>
        <p:grpSpPr>
          <a:xfrm>
            <a:off x="5922497" y="2545810"/>
            <a:ext cx="6283693" cy="3372317"/>
            <a:chOff x="6202602" y="3072816"/>
            <a:chExt cx="6283693" cy="337231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DF94C2E-4B0A-9845-66C6-922F851FFD67}"/>
                </a:ext>
              </a:extLst>
            </p:cNvPr>
            <p:cNvGrpSpPr/>
            <p:nvPr/>
          </p:nvGrpSpPr>
          <p:grpSpPr>
            <a:xfrm>
              <a:off x="6202602" y="3072816"/>
              <a:ext cx="6283693" cy="3140315"/>
              <a:chOff x="1625624" y="2563718"/>
              <a:chExt cx="6283693" cy="3140315"/>
            </a:xfrm>
          </p:grpSpPr>
          <p:sp>
            <p:nvSpPr>
              <p:cNvPr id="7" name="Google Shape;86;p13">
                <a:extLst>
                  <a:ext uri="{FF2B5EF4-FFF2-40B4-BE49-F238E27FC236}">
                    <a16:creationId xmlns:a16="http://schemas.microsoft.com/office/drawing/2014/main" id="{E39AF878-6BD1-E9E7-155F-2F16852519FD}"/>
                  </a:ext>
                </a:extLst>
              </p:cNvPr>
              <p:cNvSpPr txBox="1"/>
              <p:nvPr/>
            </p:nvSpPr>
            <p:spPr>
              <a:xfrm>
                <a:off x="1625625" y="2563718"/>
                <a:ext cx="546958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sz="3000" i="0" u="none" strike="noStrike" cap="none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  <a:sym typeface="Arial"/>
                  </a:rPr>
                  <a:t>1.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에이전트 소개 및 기획 배경</a:t>
                </a:r>
              </a:p>
            </p:txBody>
          </p:sp>
          <p:sp>
            <p:nvSpPr>
              <p:cNvPr id="4" name="Google Shape;86;p13">
                <a:extLst>
                  <a:ext uri="{FF2B5EF4-FFF2-40B4-BE49-F238E27FC236}">
                    <a16:creationId xmlns:a16="http://schemas.microsoft.com/office/drawing/2014/main" id="{383481FA-BDF4-7CFD-7EB7-7D37A2FF1546}"/>
                  </a:ext>
                </a:extLst>
              </p:cNvPr>
              <p:cNvSpPr txBox="1"/>
              <p:nvPr/>
            </p:nvSpPr>
            <p:spPr>
              <a:xfrm>
                <a:off x="1625625" y="3308341"/>
                <a:ext cx="5469582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주요 시연 및 출력 성과</a:t>
                </a:r>
              </a:p>
              <a:p>
                <a:pPr lvl="0"/>
                <a:endPara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" name="Google Shape;86;p13">
                <a:extLst>
                  <a:ext uri="{FF2B5EF4-FFF2-40B4-BE49-F238E27FC236}">
                    <a16:creationId xmlns:a16="http://schemas.microsoft.com/office/drawing/2014/main" id="{694CC697-B5B6-BD6C-C54C-B1FC59A9F97A}"/>
                  </a:ext>
                </a:extLst>
              </p:cNvPr>
              <p:cNvSpPr txBox="1"/>
              <p:nvPr/>
            </p:nvSpPr>
            <p:spPr>
              <a:xfrm>
                <a:off x="1625624" y="4044522"/>
                <a:ext cx="6283693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기능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프로세스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 &amp;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성능 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업무적합성</a:t>
                </a:r>
              </a:p>
            </p:txBody>
          </p:sp>
          <p:sp>
            <p:nvSpPr>
              <p:cNvPr id="16" name="Google Shape;86;p13">
                <a:extLst>
                  <a:ext uri="{FF2B5EF4-FFF2-40B4-BE49-F238E27FC236}">
                    <a16:creationId xmlns:a16="http://schemas.microsoft.com/office/drawing/2014/main" id="{A21D8A87-2D7F-6D2E-A459-E0E8326D8F87}"/>
                  </a:ext>
                </a:extLst>
              </p:cNvPr>
              <p:cNvSpPr txBox="1"/>
              <p:nvPr/>
            </p:nvSpPr>
            <p:spPr>
              <a:xfrm>
                <a:off x="1625625" y="4780703"/>
                <a:ext cx="5469582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4.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확장성 및 보안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컴플라이언스</a:t>
                </a:r>
              </a:p>
              <a:p>
                <a:pPr lvl="0"/>
                <a:endPara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28" name="Google Shape;86;p13">
              <a:extLst>
                <a:ext uri="{FF2B5EF4-FFF2-40B4-BE49-F238E27FC236}">
                  <a16:creationId xmlns:a16="http://schemas.microsoft.com/office/drawing/2014/main" id="{AFEC3382-F808-C704-0159-3DFDB98A1B29}"/>
                </a:ext>
              </a:extLst>
            </p:cNvPr>
            <p:cNvSpPr txBox="1"/>
            <p:nvPr/>
          </p:nvSpPr>
          <p:spPr>
            <a:xfrm>
              <a:off x="6202603" y="5983468"/>
              <a:ext cx="546958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altLang="ko-KR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결과물에 대한 부연 설명 </a:t>
              </a:r>
              <a:r>
                <a:rPr lang="en-US" altLang="ko-KR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선택</a:t>
              </a:r>
              <a:r>
                <a:rPr lang="en-US" altLang="ko-KR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lang="ko-KR" altLang="en-US" sz="3000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053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4E9951F5-5985-142E-7DD8-75F068FA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BEC29688-50D6-9E3E-F375-BFDA74D66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40CCAE67-42B4-DCF1-EB57-3F73456FC698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15DFE0D7-0417-164E-0482-EE4A4DAE2E0D}"/>
                </a:ext>
              </a:extLst>
            </p:cNvPr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01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461FBA34-94F1-01A3-7AE4-3C320378C0DE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에이전트 소개 및 기획 배경</a:t>
              </a: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E89D4F55-F035-BCD8-F7F9-271600A714E2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2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94;p14" descr="image.png">
            <a:extLst>
              <a:ext uri="{FF2B5EF4-FFF2-40B4-BE49-F238E27FC236}">
                <a16:creationId xmlns:a16="http://schemas.microsoft.com/office/drawing/2014/main" id="{B05F0D74-A20E-1322-B884-495E63AD1F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0B8DDF77-41DA-08EB-CC45-1886B9E22D36}"/>
              </a:ext>
            </a:extLst>
          </p:cNvPr>
          <p:cNvSpPr txBox="1"/>
          <p:nvPr/>
        </p:nvSpPr>
        <p:spPr>
          <a:xfrm>
            <a:off x="904875" y="605801"/>
            <a:ext cx="780036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소개 및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기획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배경</a:t>
            </a:r>
            <a:endParaRPr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D284467-43C3-29CA-C4D1-79A48B11A587}"/>
              </a:ext>
            </a:extLst>
          </p:cNvPr>
          <p:cNvGrpSpPr/>
          <p:nvPr/>
        </p:nvGrpSpPr>
        <p:grpSpPr>
          <a:xfrm>
            <a:off x="819150" y="1731855"/>
            <a:ext cx="7046656" cy="4520343"/>
            <a:chOff x="736548" y="2046259"/>
            <a:chExt cx="4920393" cy="2817129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647DD1F-9A54-36F8-6D44-46FD94255986}"/>
                </a:ext>
              </a:extLst>
            </p:cNvPr>
            <p:cNvGrpSpPr/>
            <p:nvPr/>
          </p:nvGrpSpPr>
          <p:grpSpPr>
            <a:xfrm>
              <a:off x="736548" y="2046259"/>
              <a:ext cx="2978204" cy="470303"/>
              <a:chOff x="736548" y="2046259"/>
              <a:chExt cx="2978204" cy="470303"/>
            </a:xfrm>
          </p:grpSpPr>
          <p:grpSp>
            <p:nvGrpSpPr>
              <p:cNvPr id="67" name="Group 12">
                <a:extLst>
                  <a:ext uri="{FF2B5EF4-FFF2-40B4-BE49-F238E27FC236}">
                    <a16:creationId xmlns:a16="http://schemas.microsoft.com/office/drawing/2014/main" id="{650A3D5B-0E6E-E0AE-76D9-FB9BEB628B81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76" name="Freeform 13">
                  <a:extLst>
                    <a:ext uri="{FF2B5EF4-FFF2-40B4-BE49-F238E27FC236}">
                      <a16:creationId xmlns:a16="http://schemas.microsoft.com/office/drawing/2014/main" id="{FB907D35-6698-AF4A-CB40-38327080E6E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7" name="TextBox 14">
                  <a:extLst>
                    <a:ext uri="{FF2B5EF4-FFF2-40B4-BE49-F238E27FC236}">
                      <a16:creationId xmlns:a16="http://schemas.microsoft.com/office/drawing/2014/main" id="{9EBF046F-A269-1D55-9118-5311BB64BA0E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5F5E5F3E-1F63-BBE7-6766-AE248FACA84F}"/>
                  </a:ext>
                </a:extLst>
              </p:cNvPr>
              <p:cNvGrpSpPr/>
              <p:nvPr/>
            </p:nvGrpSpPr>
            <p:grpSpPr>
              <a:xfrm>
                <a:off x="2403932" y="2046259"/>
                <a:ext cx="1310820" cy="468679"/>
                <a:chOff x="3462337" y="1946901"/>
                <a:chExt cx="1310820" cy="478006"/>
              </a:xfrm>
            </p:grpSpPr>
            <p:grpSp>
              <p:nvGrpSpPr>
                <p:cNvPr id="70" name="Group 18">
                  <a:extLst>
                    <a:ext uri="{FF2B5EF4-FFF2-40B4-BE49-F238E27FC236}">
                      <a16:creationId xmlns:a16="http://schemas.microsoft.com/office/drawing/2014/main" id="{7915021F-7556-82D0-93BB-FF90CA163CB0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74" name="Freeform 19">
                    <a:extLst>
                      <a:ext uri="{FF2B5EF4-FFF2-40B4-BE49-F238E27FC236}">
                        <a16:creationId xmlns:a16="http://schemas.microsoft.com/office/drawing/2014/main" id="{4CBDF620-7B1B-5B40-AD0C-FA34154CD7A1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5" name="TextBox 20">
                    <a:extLst>
                      <a:ext uri="{FF2B5EF4-FFF2-40B4-BE49-F238E27FC236}">
                        <a16:creationId xmlns:a16="http://schemas.microsoft.com/office/drawing/2014/main" id="{2AEED44D-B6F6-7385-4830-228F676818E2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71" name="Group 21">
                  <a:extLst>
                    <a:ext uri="{FF2B5EF4-FFF2-40B4-BE49-F238E27FC236}">
                      <a16:creationId xmlns:a16="http://schemas.microsoft.com/office/drawing/2014/main" id="{ED1DDBF5-8399-B620-82A6-0561A14509AA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8006"/>
                  <a:chOff x="0" y="-66675"/>
                  <a:chExt cx="635000" cy="233686"/>
                </a:xfrm>
              </p:grpSpPr>
              <p:sp>
                <p:nvSpPr>
                  <p:cNvPr id="72" name="Freeform 22">
                    <a:extLst>
                      <a:ext uri="{FF2B5EF4-FFF2-40B4-BE49-F238E27FC236}">
                        <a16:creationId xmlns:a16="http://schemas.microsoft.com/office/drawing/2014/main" id="{48A1C06E-B56C-247F-40F9-7CA2171FA012}"/>
                      </a:ext>
                    </a:extLst>
                  </p:cNvPr>
                  <p:cNvSpPr/>
                  <p:nvPr/>
                </p:nvSpPr>
                <p:spPr>
                  <a:xfrm>
                    <a:off x="0" y="6230"/>
                    <a:ext cx="635000" cy="160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3" name="TextBox 23">
                    <a:extLst>
                      <a:ext uri="{FF2B5EF4-FFF2-40B4-BE49-F238E27FC236}">
                        <a16:creationId xmlns:a16="http://schemas.microsoft.com/office/drawing/2014/main" id="{1E07B4ED-0AD9-4DF4-8E8F-5544455770B1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69" name="Google Shape;231;p23">
                <a:extLst>
                  <a:ext uri="{FF2B5EF4-FFF2-40B4-BE49-F238E27FC236}">
                    <a16:creationId xmlns:a16="http://schemas.microsoft.com/office/drawing/2014/main" id="{0AB5E684-A850-29B1-2285-F425BB8015EA}"/>
                  </a:ext>
                </a:extLst>
              </p:cNvPr>
              <p:cNvSpPr txBox="1"/>
              <p:nvPr/>
            </p:nvSpPr>
            <p:spPr>
              <a:xfrm>
                <a:off x="860751" y="2237037"/>
                <a:ext cx="1883093" cy="230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에이전트 소개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558846A-DCAF-FFEE-563A-9CE49C7390BB}"/>
                </a:ext>
              </a:extLst>
            </p:cNvPr>
            <p:cNvSpPr/>
            <p:nvPr/>
          </p:nvSpPr>
          <p:spPr>
            <a:xfrm>
              <a:off x="748159" y="2646117"/>
              <a:ext cx="4908782" cy="636944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Google Shape;237;p23">
              <a:extLst>
                <a:ext uri="{FF2B5EF4-FFF2-40B4-BE49-F238E27FC236}">
                  <a16:creationId xmlns:a16="http://schemas.microsoft.com/office/drawing/2014/main" id="{403C9BA4-29A5-C6F6-8B17-293984825165}"/>
                </a:ext>
              </a:extLst>
            </p:cNvPr>
            <p:cNvSpPr txBox="1"/>
            <p:nvPr/>
          </p:nvSpPr>
          <p:spPr>
            <a:xfrm>
              <a:off x="872362" y="2824581"/>
              <a:ext cx="4577208" cy="27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{{input2}}</a:t>
              </a:r>
              <a:endParaRPr sz="18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7F3FBB6F-F8DB-C787-3160-FBDF68E47DDC}"/>
                </a:ext>
              </a:extLst>
            </p:cNvPr>
            <p:cNvGrpSpPr/>
            <p:nvPr/>
          </p:nvGrpSpPr>
          <p:grpSpPr>
            <a:xfrm>
              <a:off x="748159" y="3619754"/>
              <a:ext cx="2978204" cy="470759"/>
              <a:chOff x="736548" y="2046256"/>
              <a:chExt cx="2978204" cy="470759"/>
            </a:xfrm>
          </p:grpSpPr>
          <p:grpSp>
            <p:nvGrpSpPr>
              <p:cNvPr id="56" name="Group 12">
                <a:extLst>
                  <a:ext uri="{FF2B5EF4-FFF2-40B4-BE49-F238E27FC236}">
                    <a16:creationId xmlns:a16="http://schemas.microsoft.com/office/drawing/2014/main" id="{D23E7278-0BF6-D88A-9C5D-EBF9F4C4E8EB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2B67A024-E22B-4002-CAD0-27051316B17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6" name="TextBox 14">
                  <a:extLst>
                    <a:ext uri="{FF2B5EF4-FFF2-40B4-BE49-F238E27FC236}">
                      <a16:creationId xmlns:a16="http://schemas.microsoft.com/office/drawing/2014/main" id="{3D480803-9F08-317D-CCF9-D27612321A8D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8B048370-C7B1-CED6-C3A2-4F8459E2968B}"/>
                  </a:ext>
                </a:extLst>
              </p:cNvPr>
              <p:cNvGrpSpPr/>
              <p:nvPr/>
            </p:nvGrpSpPr>
            <p:grpSpPr>
              <a:xfrm>
                <a:off x="2403932" y="2046256"/>
                <a:ext cx="1310820" cy="470759"/>
                <a:chOff x="3462337" y="1946901"/>
                <a:chExt cx="1310820" cy="480128"/>
              </a:xfrm>
            </p:grpSpPr>
            <p:grpSp>
              <p:nvGrpSpPr>
                <p:cNvPr id="59" name="Group 18">
                  <a:extLst>
                    <a:ext uri="{FF2B5EF4-FFF2-40B4-BE49-F238E27FC236}">
                      <a16:creationId xmlns:a16="http://schemas.microsoft.com/office/drawing/2014/main" id="{E71311D3-4ECE-127E-DA4E-D98C3D6070A9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63" name="Freeform 19">
                    <a:extLst>
                      <a:ext uri="{FF2B5EF4-FFF2-40B4-BE49-F238E27FC236}">
                        <a16:creationId xmlns:a16="http://schemas.microsoft.com/office/drawing/2014/main" id="{510FD4A3-ACD8-0803-D1BB-910942E69266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64" name="TextBox 20">
                    <a:extLst>
                      <a:ext uri="{FF2B5EF4-FFF2-40B4-BE49-F238E27FC236}">
                        <a16:creationId xmlns:a16="http://schemas.microsoft.com/office/drawing/2014/main" id="{0BC2FBA1-89BA-D5D6-46E0-79F203B5B7A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60" name="Group 21">
                  <a:extLst>
                    <a:ext uri="{FF2B5EF4-FFF2-40B4-BE49-F238E27FC236}">
                      <a16:creationId xmlns:a16="http://schemas.microsoft.com/office/drawing/2014/main" id="{B8C3807E-7379-AA84-C99C-469237798BBD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80128"/>
                  <a:chOff x="0" y="-66675"/>
                  <a:chExt cx="635000" cy="234723"/>
                </a:xfrm>
              </p:grpSpPr>
              <p:sp>
                <p:nvSpPr>
                  <p:cNvPr id="61" name="Freeform 22">
                    <a:extLst>
                      <a:ext uri="{FF2B5EF4-FFF2-40B4-BE49-F238E27FC236}">
                        <a16:creationId xmlns:a16="http://schemas.microsoft.com/office/drawing/2014/main" id="{3946E7F4-58BB-ADAA-70F0-F10D97785671}"/>
                      </a:ext>
                    </a:extLst>
                  </p:cNvPr>
                  <p:cNvSpPr/>
                  <p:nvPr/>
                </p:nvSpPr>
                <p:spPr>
                  <a:xfrm>
                    <a:off x="0" y="5880"/>
                    <a:ext cx="635000" cy="162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2" name="TextBox 23">
                    <a:extLst>
                      <a:ext uri="{FF2B5EF4-FFF2-40B4-BE49-F238E27FC236}">
                        <a16:creationId xmlns:a16="http://schemas.microsoft.com/office/drawing/2014/main" id="{C575A9A1-7833-0EFA-ECAC-814E4CDFA151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58" name="Google Shape;231;p23">
                <a:extLst>
                  <a:ext uri="{FF2B5EF4-FFF2-40B4-BE49-F238E27FC236}">
                    <a16:creationId xmlns:a16="http://schemas.microsoft.com/office/drawing/2014/main" id="{4D0E52DE-E19C-D7E9-8FFE-6D39DB895B30}"/>
                  </a:ext>
                </a:extLst>
              </p:cNvPr>
              <p:cNvSpPr txBox="1"/>
              <p:nvPr/>
            </p:nvSpPr>
            <p:spPr>
              <a:xfrm>
                <a:off x="860751" y="2234614"/>
                <a:ext cx="1883093" cy="230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기획 배경 및 페인 포인트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64AB5481-658B-C1BA-2A21-A824BF67FCC9}"/>
                </a:ext>
              </a:extLst>
            </p:cNvPr>
            <p:cNvSpPr/>
            <p:nvPr/>
          </p:nvSpPr>
          <p:spPr>
            <a:xfrm>
              <a:off x="736548" y="4226444"/>
              <a:ext cx="4908782" cy="636944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Google Shape;237;p23">
              <a:extLst>
                <a:ext uri="{FF2B5EF4-FFF2-40B4-BE49-F238E27FC236}">
                  <a16:creationId xmlns:a16="http://schemas.microsoft.com/office/drawing/2014/main" id="{494AE8F2-DC47-8B5A-1630-5A7D14605B22}"/>
                </a:ext>
              </a:extLst>
            </p:cNvPr>
            <p:cNvSpPr txBox="1"/>
            <p:nvPr/>
          </p:nvSpPr>
          <p:spPr>
            <a:xfrm>
              <a:off x="940694" y="4283231"/>
              <a:ext cx="4577208" cy="27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{{input3}}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6310BA72-0A22-B630-4695-7111C10A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08208A0C-9A40-4315-9870-4F57F46149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945728BB-CE8D-3F13-125B-52DCB4935A12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EFC5FCFB-96A4-6584-77E0-842E055D856A}"/>
                </a:ext>
              </a:extLst>
            </p:cNvPr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02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729BAC75-D5CE-60A8-6B46-FFE0ACE1B997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주요 시연 및 출력 성과</a:t>
              </a: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A0D51E51-9227-7AF5-D325-B7A52216A6C5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391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4;p14" descr="image.png">
            <a:extLst>
              <a:ext uri="{FF2B5EF4-FFF2-40B4-BE49-F238E27FC236}">
                <a16:creationId xmlns:a16="http://schemas.microsoft.com/office/drawing/2014/main" id="{65ACE253-2178-1648-7123-712B8573E2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F30143-1FC8-6E53-BA2F-9378EC44EA01}"/>
              </a:ext>
            </a:extLst>
          </p:cNvPr>
          <p:cNvSpPr/>
          <p:nvPr/>
        </p:nvSpPr>
        <p:spPr>
          <a:xfrm>
            <a:off x="6403861" y="1811371"/>
            <a:ext cx="4908782" cy="3617516"/>
          </a:xfrm>
          <a:prstGeom prst="roundRect">
            <a:avLst>
              <a:gd name="adj" fmla="val 59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Google Shape;202;p21"/>
          <p:cNvSpPr txBox="1"/>
          <p:nvPr/>
        </p:nvSpPr>
        <p:spPr>
          <a:xfrm>
            <a:off x="819150" y="2002018"/>
            <a:ext cx="54006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대화</a:t>
            </a:r>
            <a:r>
              <a:rPr lang="en-US" altLang="ko-KR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작업 예시 </a:t>
            </a:r>
            <a:r>
              <a:rPr lang="en-US" altLang="ko-KR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&amp; </a:t>
            </a:r>
            <a:r>
              <a:rPr lang="ko-KR" altLang="en-US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출력</a:t>
            </a:r>
            <a:endParaRPr sz="2100"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819150" y="2326213"/>
            <a:ext cx="5143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888"/>
              </a:lnSpc>
            </a:pPr>
            <a:r>
              <a:rPr lang="en-US" altLang="ko-KR" sz="18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{{input4}}</a:t>
            </a:r>
          </a:p>
        </p:txBody>
      </p:sp>
      <p:sp>
        <p:nvSpPr>
          <p:cNvPr id="213" name="Google Shape;213;p21"/>
          <p:cNvSpPr txBox="1"/>
          <p:nvPr/>
        </p:nvSpPr>
        <p:spPr>
          <a:xfrm>
            <a:off x="962025" y="594156"/>
            <a:ext cx="821626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주요 시연 및 출력 성과 </a:t>
            </a:r>
            <a:endParaRPr dirty="0"/>
          </a:p>
        </p:txBody>
      </p:sp>
      <p:sp>
        <p:nvSpPr>
          <p:cNvPr id="214" name="Google Shape;214;p21"/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3;p21">
            <a:extLst>
              <a:ext uri="{FF2B5EF4-FFF2-40B4-BE49-F238E27FC236}">
                <a16:creationId xmlns:a16="http://schemas.microsoft.com/office/drawing/2014/main" id="{10E65D42-DAC0-0766-9BE2-DFEFE6DB13FB}"/>
              </a:ext>
            </a:extLst>
          </p:cNvPr>
          <p:cNvSpPr txBox="1"/>
          <p:nvPr/>
        </p:nvSpPr>
        <p:spPr>
          <a:xfrm>
            <a:off x="6430565" y="3447774"/>
            <a:ext cx="5143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사진을 첨부해 주셔도 좋습니다</a:t>
            </a: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C68DD1D8-EFA8-5CD1-1CCE-DE1DDE2405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2A0FD1A7-30E6-687E-3B6E-37EBBC741BA9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/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03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84B0B5EA-B1D3-C58C-BD57-BB7E64ABF8E9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기능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프로세스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&amp;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성능 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업무적합성</a:t>
              </a:r>
              <a:endParaRPr sz="2800" b="1" dirty="0">
                <a:solidFill>
                  <a:srgbClr val="F542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2800CDF7-8B16-5C0E-D60B-056B4941D221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243E178E-47FB-A2BB-DFEB-9DEF1EA6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4;p14" descr="image.png">
            <a:extLst>
              <a:ext uri="{FF2B5EF4-FFF2-40B4-BE49-F238E27FC236}">
                <a16:creationId xmlns:a16="http://schemas.microsoft.com/office/drawing/2014/main" id="{DA91E16B-E2C0-4B74-B96D-D0573D10DF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1310A66F-ED98-8CAA-55A3-5C31E266F537}"/>
              </a:ext>
            </a:extLst>
          </p:cNvPr>
          <p:cNvSpPr txBox="1"/>
          <p:nvPr/>
        </p:nvSpPr>
        <p:spPr>
          <a:xfrm>
            <a:off x="935355" y="586740"/>
            <a:ext cx="844122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프로세스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) &amp; 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업무적합성</a:t>
            </a: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BFDB05ED-7C86-B23E-8B62-6D021F6244FD}"/>
              </a:ext>
            </a:extLst>
          </p:cNvPr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9EDABB-68FF-4B6C-20FE-443AD4C50EF6}"/>
              </a:ext>
            </a:extLst>
          </p:cNvPr>
          <p:cNvGrpSpPr/>
          <p:nvPr/>
        </p:nvGrpSpPr>
        <p:grpSpPr>
          <a:xfrm>
            <a:off x="819150" y="1596392"/>
            <a:ext cx="7951224" cy="4365981"/>
            <a:chOff x="819150" y="1731858"/>
            <a:chExt cx="6611332" cy="375821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C3817A6-B8AD-448E-7987-69E24793D20D}"/>
                </a:ext>
              </a:extLst>
            </p:cNvPr>
            <p:cNvGrpSpPr/>
            <p:nvPr/>
          </p:nvGrpSpPr>
          <p:grpSpPr>
            <a:xfrm>
              <a:off x="819150" y="1731858"/>
              <a:ext cx="4072890" cy="624586"/>
              <a:chOff x="736548" y="2046259"/>
              <a:chExt cx="3477620" cy="474150"/>
            </a:xfrm>
          </p:grpSpPr>
          <p:grpSp>
            <p:nvGrpSpPr>
              <p:cNvPr id="29" name="Group 12">
                <a:extLst>
                  <a:ext uri="{FF2B5EF4-FFF2-40B4-BE49-F238E27FC236}">
                    <a16:creationId xmlns:a16="http://schemas.microsoft.com/office/drawing/2014/main" id="{CBB59C8D-4696-D220-2E74-E3FE789FC348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C1C92F53-47E9-40C5-99C2-A31B430760D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" name="TextBox 14">
                  <a:extLst>
                    <a:ext uri="{FF2B5EF4-FFF2-40B4-BE49-F238E27FC236}">
                      <a16:creationId xmlns:a16="http://schemas.microsoft.com/office/drawing/2014/main" id="{77693031-B47E-CBD7-0D3F-490FAD2EDA65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29C6244E-A31E-3CCD-FA66-51994EA97C2F}"/>
                  </a:ext>
                </a:extLst>
              </p:cNvPr>
              <p:cNvGrpSpPr/>
              <p:nvPr/>
            </p:nvGrpSpPr>
            <p:grpSpPr>
              <a:xfrm>
                <a:off x="2403932" y="2046259"/>
                <a:ext cx="1310820" cy="474150"/>
                <a:chOff x="3462337" y="1946901"/>
                <a:chExt cx="1310820" cy="483586"/>
              </a:xfrm>
            </p:grpSpPr>
            <p:grpSp>
              <p:nvGrpSpPr>
                <p:cNvPr id="32" name="Group 18">
                  <a:extLst>
                    <a:ext uri="{FF2B5EF4-FFF2-40B4-BE49-F238E27FC236}">
                      <a16:creationId xmlns:a16="http://schemas.microsoft.com/office/drawing/2014/main" id="{66E4C0E7-0959-A373-4A33-B2463E253767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36" name="Freeform 19">
                    <a:extLst>
                      <a:ext uri="{FF2B5EF4-FFF2-40B4-BE49-F238E27FC236}">
                        <a16:creationId xmlns:a16="http://schemas.microsoft.com/office/drawing/2014/main" id="{65590976-3F22-1DA3-5C12-C92F66A96D18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7" name="TextBox 20">
                    <a:extLst>
                      <a:ext uri="{FF2B5EF4-FFF2-40B4-BE49-F238E27FC236}">
                        <a16:creationId xmlns:a16="http://schemas.microsoft.com/office/drawing/2014/main" id="{8EADDA34-15FF-AC5D-8D47-9DFB5C0B1CC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33" name="Group 21">
                  <a:extLst>
                    <a:ext uri="{FF2B5EF4-FFF2-40B4-BE49-F238E27FC236}">
                      <a16:creationId xmlns:a16="http://schemas.microsoft.com/office/drawing/2014/main" id="{8D21FD87-843E-BF0B-9A1E-1BE8C918E661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83586"/>
                  <a:chOff x="0" y="-66675"/>
                  <a:chExt cx="635000" cy="236414"/>
                </a:xfrm>
              </p:grpSpPr>
              <p:sp>
                <p:nvSpPr>
                  <p:cNvPr id="34" name="Freeform 22">
                    <a:extLst>
                      <a:ext uri="{FF2B5EF4-FFF2-40B4-BE49-F238E27FC236}">
                        <a16:creationId xmlns:a16="http://schemas.microsoft.com/office/drawing/2014/main" id="{EAB082FD-C244-B158-3005-41FCAC130457}"/>
                      </a:ext>
                    </a:extLst>
                  </p:cNvPr>
                  <p:cNvSpPr/>
                  <p:nvPr/>
                </p:nvSpPr>
                <p:spPr>
                  <a:xfrm>
                    <a:off x="0" y="6230"/>
                    <a:ext cx="635000" cy="163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35" name="TextBox 23">
                    <a:extLst>
                      <a:ext uri="{FF2B5EF4-FFF2-40B4-BE49-F238E27FC236}">
                        <a16:creationId xmlns:a16="http://schemas.microsoft.com/office/drawing/2014/main" id="{DC7B5C81-E864-4657-1D6B-4F7B5B19676F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31" name="Google Shape;231;p23">
                <a:extLst>
                  <a:ext uri="{FF2B5EF4-FFF2-40B4-BE49-F238E27FC236}">
                    <a16:creationId xmlns:a16="http://schemas.microsoft.com/office/drawing/2014/main" id="{A1272CD0-1E41-5797-83B2-B8AC0B3087CD}"/>
                  </a:ext>
                </a:extLst>
              </p:cNvPr>
              <p:cNvSpPr txBox="1"/>
              <p:nvPr/>
            </p:nvSpPr>
            <p:spPr>
              <a:xfrm>
                <a:off x="860751" y="2224782"/>
                <a:ext cx="3353417" cy="245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기능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프로세스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 &amp; 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성능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696A043-F55B-554A-5A1E-879F7642B11E}"/>
                </a:ext>
              </a:extLst>
            </p:cNvPr>
            <p:cNvSpPr/>
            <p:nvPr/>
          </p:nvSpPr>
          <p:spPr>
            <a:xfrm>
              <a:off x="832748" y="2522034"/>
              <a:ext cx="6597734" cy="906966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Google Shape;237;p23">
              <a:extLst>
                <a:ext uri="{FF2B5EF4-FFF2-40B4-BE49-F238E27FC236}">
                  <a16:creationId xmlns:a16="http://schemas.microsoft.com/office/drawing/2014/main" id="{3B544E30-50D5-5221-22F9-EDD4ED5DAD97}"/>
                </a:ext>
              </a:extLst>
            </p:cNvPr>
            <p:cNvSpPr txBox="1"/>
            <p:nvPr/>
          </p:nvSpPr>
          <p:spPr>
            <a:xfrm>
              <a:off x="978212" y="2604466"/>
              <a:ext cx="6321464" cy="3815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{{input5}}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64FA090-E8E6-8186-2BA5-E147F360B644}"/>
                </a:ext>
              </a:extLst>
            </p:cNvPr>
            <p:cNvGrpSpPr/>
            <p:nvPr/>
          </p:nvGrpSpPr>
          <p:grpSpPr>
            <a:xfrm>
              <a:off x="832748" y="3851870"/>
              <a:ext cx="3487988" cy="619522"/>
              <a:chOff x="736548" y="2046256"/>
              <a:chExt cx="2978204" cy="470306"/>
            </a:xfrm>
          </p:grpSpPr>
          <p:grpSp>
            <p:nvGrpSpPr>
              <p:cNvPr id="17" name="Group 12">
                <a:extLst>
                  <a:ext uri="{FF2B5EF4-FFF2-40B4-BE49-F238E27FC236}">
                    <a16:creationId xmlns:a16="http://schemas.microsoft.com/office/drawing/2014/main" id="{77BADE23-E9CC-E69C-CF8B-8E6406A213D1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D3D1E36F-C7F0-ACAB-7E49-597046C7B54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8" name="TextBox 14">
                  <a:extLst>
                    <a:ext uri="{FF2B5EF4-FFF2-40B4-BE49-F238E27FC236}">
                      <a16:creationId xmlns:a16="http://schemas.microsoft.com/office/drawing/2014/main" id="{7C56A616-4A78-8E6E-865C-7CE5AFF25D57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5EF5A02E-83E8-9577-CE97-64F5A3408CA3}"/>
                  </a:ext>
                </a:extLst>
              </p:cNvPr>
              <p:cNvGrpSpPr/>
              <p:nvPr/>
            </p:nvGrpSpPr>
            <p:grpSpPr>
              <a:xfrm>
                <a:off x="2403932" y="2046256"/>
                <a:ext cx="1310820" cy="470302"/>
                <a:chOff x="3462337" y="1946901"/>
                <a:chExt cx="1310820" cy="479662"/>
              </a:xfrm>
            </p:grpSpPr>
            <p:grpSp>
              <p:nvGrpSpPr>
                <p:cNvPr id="21" name="Group 18">
                  <a:extLst>
                    <a:ext uri="{FF2B5EF4-FFF2-40B4-BE49-F238E27FC236}">
                      <a16:creationId xmlns:a16="http://schemas.microsoft.com/office/drawing/2014/main" id="{151AF744-039E-A623-3000-E07A301D5CF7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25" name="Freeform 19">
                    <a:extLst>
                      <a:ext uri="{FF2B5EF4-FFF2-40B4-BE49-F238E27FC236}">
                        <a16:creationId xmlns:a16="http://schemas.microsoft.com/office/drawing/2014/main" id="{944E8A93-FE76-72CE-826B-1D3A9BCCE574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6" name="TextBox 20">
                    <a:extLst>
                      <a:ext uri="{FF2B5EF4-FFF2-40B4-BE49-F238E27FC236}">
                        <a16:creationId xmlns:a16="http://schemas.microsoft.com/office/drawing/2014/main" id="{CB37CE29-9C27-AAE9-2815-658D033E12E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D6A58781-517F-D582-9F46-C4FFD3F66D46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9662"/>
                  <a:chOff x="0" y="-66675"/>
                  <a:chExt cx="635000" cy="234495"/>
                </a:xfrm>
              </p:grpSpPr>
              <p:sp>
                <p:nvSpPr>
                  <p:cNvPr id="23" name="Freeform 22">
                    <a:extLst>
                      <a:ext uri="{FF2B5EF4-FFF2-40B4-BE49-F238E27FC236}">
                        <a16:creationId xmlns:a16="http://schemas.microsoft.com/office/drawing/2014/main" id="{B64D6FAD-BD62-F6D5-3BC7-6E7245CF3B58}"/>
                      </a:ext>
                    </a:extLst>
                  </p:cNvPr>
                  <p:cNvSpPr/>
                  <p:nvPr/>
                </p:nvSpPr>
                <p:spPr>
                  <a:xfrm>
                    <a:off x="0" y="3961"/>
                    <a:ext cx="635000" cy="163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3CCDB50-B3BE-308D-B2A2-D632757DD1B8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20" name="Google Shape;231;p23">
                <a:extLst>
                  <a:ext uri="{FF2B5EF4-FFF2-40B4-BE49-F238E27FC236}">
                    <a16:creationId xmlns:a16="http://schemas.microsoft.com/office/drawing/2014/main" id="{BA928C1B-395C-34EE-F37B-CCFE7456AFBC}"/>
                  </a:ext>
                </a:extLst>
              </p:cNvPr>
              <p:cNvSpPr txBox="1"/>
              <p:nvPr/>
            </p:nvSpPr>
            <p:spPr>
              <a:xfrm>
                <a:off x="860751" y="2210103"/>
                <a:ext cx="1883093" cy="245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업무 적합성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4D5C8FA-D50F-F70C-5764-7BC081E9C701}"/>
                </a:ext>
              </a:extLst>
            </p:cNvPr>
            <p:cNvSpPr/>
            <p:nvPr/>
          </p:nvSpPr>
          <p:spPr>
            <a:xfrm>
              <a:off x="819150" y="4651047"/>
              <a:ext cx="6611332" cy="839030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Google Shape;237;p23">
              <a:extLst>
                <a:ext uri="{FF2B5EF4-FFF2-40B4-BE49-F238E27FC236}">
                  <a16:creationId xmlns:a16="http://schemas.microsoft.com/office/drawing/2014/main" id="{C43A4CCC-A02D-B5AE-76E0-4A53C7F73D08}"/>
                </a:ext>
              </a:extLst>
            </p:cNvPr>
            <p:cNvSpPr txBox="1"/>
            <p:nvPr/>
          </p:nvSpPr>
          <p:spPr>
            <a:xfrm>
              <a:off x="1444467" y="4689058"/>
              <a:ext cx="5360696" cy="3815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{{input6}}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26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15522316-2B2C-8D77-388B-8DC68A0F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BA213612-2FA1-3A63-A1D3-E020B70B2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06FDCDA4-399B-80F4-C3B7-C68B036780AD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43C9FBC3-9F37-DBA8-C918-AD8934702BBF}"/>
                </a:ext>
              </a:extLst>
            </p:cNvPr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04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D2C3B0BD-1A25-304C-0419-99645ABD770E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확장성 및 보안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컴플라이언스</a:t>
              </a: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B32CD757-5013-A23D-5453-44F693A38293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01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94;p14" descr="image.png">
            <a:extLst>
              <a:ext uri="{FF2B5EF4-FFF2-40B4-BE49-F238E27FC236}">
                <a16:creationId xmlns:a16="http://schemas.microsoft.com/office/drawing/2014/main" id="{025591C7-12CF-D25F-BCA7-E7553E4957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904875" y="1119730"/>
            <a:ext cx="64594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확장성과 보안</a:t>
            </a:r>
            <a:r>
              <a:rPr lang="en-US" altLang="ko-KR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/</a:t>
            </a:r>
            <a:r>
              <a:rPr lang="ko-KR" altLang="en-US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컴플라이언스 측면에서 고려한 부분에 대해 설명해주세요</a:t>
            </a:r>
            <a:r>
              <a:rPr lang="en-US" altLang="ko-KR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.</a:t>
            </a:r>
            <a:endParaRPr sz="1600" dirty="0">
              <a:solidFill>
                <a:srgbClr val="35343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" name="Google Shape;213;p21">
            <a:extLst>
              <a:ext uri="{FF2B5EF4-FFF2-40B4-BE49-F238E27FC236}">
                <a16:creationId xmlns:a16="http://schemas.microsoft.com/office/drawing/2014/main" id="{CC572384-A779-9B7F-6B81-872075C47EF5}"/>
              </a:ext>
            </a:extLst>
          </p:cNvPr>
          <p:cNvSpPr txBox="1"/>
          <p:nvPr/>
        </p:nvSpPr>
        <p:spPr>
          <a:xfrm>
            <a:off x="904875" y="594367"/>
            <a:ext cx="1105138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확장성 및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 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보안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/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컴플라이언스</a:t>
            </a:r>
            <a:endParaRPr dirty="0"/>
          </a:p>
        </p:txBody>
      </p:sp>
      <p:sp>
        <p:nvSpPr>
          <p:cNvPr id="41" name="Google Shape;214;p21">
            <a:extLst>
              <a:ext uri="{FF2B5EF4-FFF2-40B4-BE49-F238E27FC236}">
                <a16:creationId xmlns:a16="http://schemas.microsoft.com/office/drawing/2014/main" id="{3521A4AB-D69D-27C6-B1BA-55006E0987A8}"/>
              </a:ext>
            </a:extLst>
          </p:cNvPr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8DDB335-756A-6683-F7BE-FF77E7AF5F95}"/>
              </a:ext>
            </a:extLst>
          </p:cNvPr>
          <p:cNvGrpSpPr/>
          <p:nvPr/>
        </p:nvGrpSpPr>
        <p:grpSpPr>
          <a:xfrm>
            <a:off x="762000" y="1988009"/>
            <a:ext cx="7302603" cy="4019501"/>
            <a:chOff x="736548" y="2046259"/>
            <a:chExt cx="4920393" cy="2632363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0886593D-F29F-C939-A138-C99085D67E5C}"/>
                </a:ext>
              </a:extLst>
            </p:cNvPr>
            <p:cNvGrpSpPr/>
            <p:nvPr/>
          </p:nvGrpSpPr>
          <p:grpSpPr>
            <a:xfrm>
              <a:off x="736548" y="2046259"/>
              <a:ext cx="2978204" cy="470303"/>
              <a:chOff x="736548" y="2046259"/>
              <a:chExt cx="2978204" cy="470303"/>
            </a:xfrm>
          </p:grpSpPr>
          <p:grpSp>
            <p:nvGrpSpPr>
              <p:cNvPr id="22" name="Group 12">
                <a:extLst>
                  <a:ext uri="{FF2B5EF4-FFF2-40B4-BE49-F238E27FC236}">
                    <a16:creationId xmlns:a16="http://schemas.microsoft.com/office/drawing/2014/main" id="{4DDA4EB7-9B96-A8C3-616F-5109F44C421C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2A71A0CC-EE9B-C837-B5D6-411FAC5476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" name="TextBox 14">
                  <a:extLst>
                    <a:ext uri="{FF2B5EF4-FFF2-40B4-BE49-F238E27FC236}">
                      <a16:creationId xmlns:a16="http://schemas.microsoft.com/office/drawing/2014/main" id="{3CF67E0A-30A7-D6DB-198B-E47C7DD96AE3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B0C999CB-5CB2-9513-B142-1AD316D77C8A}"/>
                  </a:ext>
                </a:extLst>
              </p:cNvPr>
              <p:cNvGrpSpPr/>
              <p:nvPr/>
            </p:nvGrpSpPr>
            <p:grpSpPr>
              <a:xfrm>
                <a:off x="2403932" y="2046259"/>
                <a:ext cx="1310820" cy="468679"/>
                <a:chOff x="3462337" y="1946901"/>
                <a:chExt cx="1310820" cy="478006"/>
              </a:xfrm>
            </p:grpSpPr>
            <p:grpSp>
              <p:nvGrpSpPr>
                <p:cNvPr id="26" name="Group 18">
                  <a:extLst>
                    <a:ext uri="{FF2B5EF4-FFF2-40B4-BE49-F238E27FC236}">
                      <a16:creationId xmlns:a16="http://schemas.microsoft.com/office/drawing/2014/main" id="{10DC2064-6285-DFE9-466F-3125D96F0244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30" name="Freeform 19">
                    <a:extLst>
                      <a:ext uri="{FF2B5EF4-FFF2-40B4-BE49-F238E27FC236}">
                        <a16:creationId xmlns:a16="http://schemas.microsoft.com/office/drawing/2014/main" id="{13498AC5-7944-5A89-60B8-FC33C9207D0C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1" name="TextBox 20">
                    <a:extLst>
                      <a:ext uri="{FF2B5EF4-FFF2-40B4-BE49-F238E27FC236}">
                        <a16:creationId xmlns:a16="http://schemas.microsoft.com/office/drawing/2014/main" id="{ABB03A48-4535-0054-7545-BE85582170B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27" name="Group 21">
                  <a:extLst>
                    <a:ext uri="{FF2B5EF4-FFF2-40B4-BE49-F238E27FC236}">
                      <a16:creationId xmlns:a16="http://schemas.microsoft.com/office/drawing/2014/main" id="{AE80E255-C5EA-1438-CA40-207FC8599A09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8006"/>
                  <a:chOff x="0" y="-66675"/>
                  <a:chExt cx="635000" cy="233686"/>
                </a:xfrm>
              </p:grpSpPr>
              <p:sp>
                <p:nvSpPr>
                  <p:cNvPr id="28" name="Freeform 22">
                    <a:extLst>
                      <a:ext uri="{FF2B5EF4-FFF2-40B4-BE49-F238E27FC236}">
                        <a16:creationId xmlns:a16="http://schemas.microsoft.com/office/drawing/2014/main" id="{67C21F59-4822-DBBC-0EF7-141A51277073}"/>
                      </a:ext>
                    </a:extLst>
                  </p:cNvPr>
                  <p:cNvSpPr/>
                  <p:nvPr/>
                </p:nvSpPr>
                <p:spPr>
                  <a:xfrm>
                    <a:off x="0" y="6230"/>
                    <a:ext cx="635000" cy="160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9" name="TextBox 23">
                    <a:extLst>
                      <a:ext uri="{FF2B5EF4-FFF2-40B4-BE49-F238E27FC236}">
                        <a16:creationId xmlns:a16="http://schemas.microsoft.com/office/drawing/2014/main" id="{A21E0CB9-D4B5-2C54-8466-658558CB8154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34" name="Google Shape;231;p23">
                <a:extLst>
                  <a:ext uri="{FF2B5EF4-FFF2-40B4-BE49-F238E27FC236}">
                    <a16:creationId xmlns:a16="http://schemas.microsoft.com/office/drawing/2014/main" id="{188BE8CF-FCEA-65A2-E564-60DACE402BEC}"/>
                  </a:ext>
                </a:extLst>
              </p:cNvPr>
              <p:cNvSpPr txBox="1"/>
              <p:nvPr/>
            </p:nvSpPr>
            <p:spPr>
              <a:xfrm>
                <a:off x="860751" y="2224782"/>
                <a:ext cx="1883093" cy="245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확장성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7C594C-CBCD-B08B-C74A-FFBEB3F67F60}"/>
                </a:ext>
              </a:extLst>
            </p:cNvPr>
            <p:cNvSpPr/>
            <p:nvPr/>
          </p:nvSpPr>
          <p:spPr>
            <a:xfrm>
              <a:off x="748159" y="2646117"/>
              <a:ext cx="4908782" cy="636944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Google Shape;237;p23"/>
            <p:cNvSpPr txBox="1"/>
            <p:nvPr/>
          </p:nvSpPr>
          <p:spPr>
            <a:xfrm>
              <a:off x="872362" y="2670942"/>
              <a:ext cx="4577208" cy="290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{{input7}}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9D3798E-EE7C-963B-5076-802066236B69}"/>
                </a:ext>
              </a:extLst>
            </p:cNvPr>
            <p:cNvGrpSpPr/>
            <p:nvPr/>
          </p:nvGrpSpPr>
          <p:grpSpPr>
            <a:xfrm>
              <a:off x="748159" y="3619758"/>
              <a:ext cx="2978204" cy="470303"/>
              <a:chOff x="736548" y="2046260"/>
              <a:chExt cx="2978204" cy="470303"/>
            </a:xfrm>
          </p:grpSpPr>
          <p:grpSp>
            <p:nvGrpSpPr>
              <p:cNvPr id="43" name="Group 12">
                <a:extLst>
                  <a:ext uri="{FF2B5EF4-FFF2-40B4-BE49-F238E27FC236}">
                    <a16:creationId xmlns:a16="http://schemas.microsoft.com/office/drawing/2014/main" id="{42054152-A8BA-D003-390E-A2A4CE02E723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52" name="Freeform 13">
                  <a:extLst>
                    <a:ext uri="{FF2B5EF4-FFF2-40B4-BE49-F238E27FC236}">
                      <a16:creationId xmlns:a16="http://schemas.microsoft.com/office/drawing/2014/main" id="{C8DA98E4-F4ED-2D52-198C-F1FBF4C0A8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3" name="TextBox 14">
                  <a:extLst>
                    <a:ext uri="{FF2B5EF4-FFF2-40B4-BE49-F238E27FC236}">
                      <a16:creationId xmlns:a16="http://schemas.microsoft.com/office/drawing/2014/main" id="{33B376E3-2241-19E8-D971-DEBB53C2A1E2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BEA1D043-33E1-A625-9126-855F88343A1A}"/>
                  </a:ext>
                </a:extLst>
              </p:cNvPr>
              <p:cNvGrpSpPr/>
              <p:nvPr/>
            </p:nvGrpSpPr>
            <p:grpSpPr>
              <a:xfrm>
                <a:off x="2403932" y="2046260"/>
                <a:ext cx="1310820" cy="470303"/>
                <a:chOff x="3462337" y="1946901"/>
                <a:chExt cx="1310820" cy="479662"/>
              </a:xfrm>
            </p:grpSpPr>
            <p:grpSp>
              <p:nvGrpSpPr>
                <p:cNvPr id="46" name="Group 18">
                  <a:extLst>
                    <a:ext uri="{FF2B5EF4-FFF2-40B4-BE49-F238E27FC236}">
                      <a16:creationId xmlns:a16="http://schemas.microsoft.com/office/drawing/2014/main" id="{7C94BCC9-711E-AF79-EC8D-9ED5668F7181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50" name="Freeform 19">
                    <a:extLst>
                      <a:ext uri="{FF2B5EF4-FFF2-40B4-BE49-F238E27FC236}">
                        <a16:creationId xmlns:a16="http://schemas.microsoft.com/office/drawing/2014/main" id="{28E78F72-8C54-DCD8-39AE-21ABA90EBAF6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51" name="TextBox 20">
                    <a:extLst>
                      <a:ext uri="{FF2B5EF4-FFF2-40B4-BE49-F238E27FC236}">
                        <a16:creationId xmlns:a16="http://schemas.microsoft.com/office/drawing/2014/main" id="{DC2C0C18-53E0-EAE3-48DD-2485291E39CD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47" name="Group 21">
                  <a:extLst>
                    <a:ext uri="{FF2B5EF4-FFF2-40B4-BE49-F238E27FC236}">
                      <a16:creationId xmlns:a16="http://schemas.microsoft.com/office/drawing/2014/main" id="{7DD00F2E-D635-E417-71A9-6C044A25A024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9662"/>
                  <a:chOff x="0" y="-66675"/>
                  <a:chExt cx="635000" cy="234495"/>
                </a:xfrm>
              </p:grpSpPr>
              <p:sp>
                <p:nvSpPr>
                  <p:cNvPr id="48" name="Freeform 22">
                    <a:extLst>
                      <a:ext uri="{FF2B5EF4-FFF2-40B4-BE49-F238E27FC236}">
                        <a16:creationId xmlns:a16="http://schemas.microsoft.com/office/drawing/2014/main" id="{951C332B-FBD2-97FC-3AE2-F893B198BB57}"/>
                      </a:ext>
                    </a:extLst>
                  </p:cNvPr>
                  <p:cNvSpPr/>
                  <p:nvPr/>
                </p:nvSpPr>
                <p:spPr>
                  <a:xfrm>
                    <a:off x="0" y="5879"/>
                    <a:ext cx="635000" cy="1619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49" name="TextBox 23">
                    <a:extLst>
                      <a:ext uri="{FF2B5EF4-FFF2-40B4-BE49-F238E27FC236}">
                        <a16:creationId xmlns:a16="http://schemas.microsoft.com/office/drawing/2014/main" id="{76305516-F682-68DE-D638-BFDEC9C4D64B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45" name="Google Shape;231;p23">
                <a:extLst>
                  <a:ext uri="{FF2B5EF4-FFF2-40B4-BE49-F238E27FC236}">
                    <a16:creationId xmlns:a16="http://schemas.microsoft.com/office/drawing/2014/main" id="{5D92FB38-1111-9890-5DCF-6F1467BC1E70}"/>
                  </a:ext>
                </a:extLst>
              </p:cNvPr>
              <p:cNvSpPr txBox="1"/>
              <p:nvPr/>
            </p:nvSpPr>
            <p:spPr>
              <a:xfrm>
                <a:off x="860751" y="2210103"/>
                <a:ext cx="1883093" cy="245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보안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컴플라이언스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815DC02-B5B5-17F0-65A0-90CD34C8E4C4}"/>
                </a:ext>
              </a:extLst>
            </p:cNvPr>
            <p:cNvSpPr/>
            <p:nvPr/>
          </p:nvSpPr>
          <p:spPr>
            <a:xfrm>
              <a:off x="736548" y="4226444"/>
              <a:ext cx="4908782" cy="452178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Google Shape;237;p23">
              <a:extLst>
                <a:ext uri="{FF2B5EF4-FFF2-40B4-BE49-F238E27FC236}">
                  <a16:creationId xmlns:a16="http://schemas.microsoft.com/office/drawing/2014/main" id="{E78C77BB-9594-2F6E-D662-9F7B501451CF}"/>
                </a:ext>
              </a:extLst>
            </p:cNvPr>
            <p:cNvSpPr txBox="1"/>
            <p:nvPr/>
          </p:nvSpPr>
          <p:spPr>
            <a:xfrm>
              <a:off x="902335" y="4302349"/>
              <a:ext cx="4577208" cy="290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{{input8}}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 b="95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495300" y="2780135"/>
            <a:ext cx="112014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Q &amp; A</a:t>
            </a:r>
            <a:endParaRPr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184</Words>
  <Application>Microsoft Office PowerPoint</Application>
  <PresentationFormat>와이드스크린</PresentationFormat>
  <Paragraphs>38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Arial</vt:lpstr>
      <vt:lpstr>Pretendard</vt:lpstr>
      <vt:lpstr>Noto Sans KR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경덕 임</cp:lastModifiedBy>
  <cp:revision>17</cp:revision>
  <dcterms:modified xsi:type="dcterms:W3CDTF">2026-07-02T00:12:23Z</dcterms:modified>
</cp:coreProperties>
</file>
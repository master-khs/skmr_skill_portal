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74" r:id="rId3"/>
    <p:sldId id="271" r:id="rId4"/>
    <p:sldId id="259" r:id="rId5"/>
    <p:sldId id="272" r:id="rId6"/>
    <p:sldId id="264" r:id="rId7"/>
    <p:sldId id="260" r:id="rId8"/>
    <p:sldId id="276" r:id="rId9"/>
    <p:sldId id="273" r:id="rId10"/>
    <p:sldId id="266" r:id="rId11"/>
    <p:sldId id="268" r:id="rId12"/>
  </p:sldIdLst>
  <p:sldSz cx="12192000" cy="6858000"/>
  <p:notesSz cx="6858000" cy="9144000"/>
  <p:embeddedFontLst>
    <p:embeddedFont>
      <p:font typeface="Noto Sans KR" panose="020B0200000000000000" pitchFamily="50" charset="-127"/>
      <p:regular r:id="rId14"/>
      <p:bold r:id="rId15"/>
    </p:embeddedFont>
    <p:embeddedFont>
      <p:font typeface="Pretendard" panose="02000503000000020004" pitchFamily="50" charset="-127"/>
      <p:regular r:id="rId16"/>
      <p:bold r:id="rId17"/>
    </p:embeddedFont>
    <p:embeddedFont>
      <p:font typeface="Pretendard Medium" panose="02000603000000020004" pitchFamily="50" charset="-127"/>
      <p:regular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093"/>
    <a:srgbClr val="353434"/>
    <a:srgbClr val="DD5E15"/>
    <a:srgbClr val="E9002A"/>
    <a:srgbClr val="FF7900"/>
    <a:srgbClr val="FFF8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457" autoAdjust="0"/>
    <p:restoredTop sz="94660"/>
  </p:normalViewPr>
  <p:slideViewPr>
    <p:cSldViewPr snapToGrid="0">
      <p:cViewPr varScale="1">
        <p:scale>
          <a:sx n="83" d="100"/>
          <a:sy n="83" d="100"/>
        </p:scale>
        <p:origin x="543" y="5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font" Target="fonts/font1.fntdata"/><Relationship Id="rId15" Type="http://schemas.openxmlformats.org/officeDocument/2006/relationships/font" Target="fonts/font2.fntdata"/><Relationship Id="rId16" Type="http://schemas.openxmlformats.org/officeDocument/2006/relationships/font" Target="fonts/font3.fntdata"/><Relationship Id="rId17" Type="http://schemas.openxmlformats.org/officeDocument/2006/relationships/font" Target="fonts/font4.fntdata"/><Relationship Id="rId18" Type="http://schemas.openxmlformats.org/officeDocument/2006/relationships/font" Target="fonts/font5.fntdata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8D09E3C4-7722-4B78-6131-C5EDDD78C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9BCA4D4A-FA47-5934-2B49-7DED9CBA0D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A37949E5-CB8B-8E26-8467-E000011B34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955917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>
          <a:extLst>
            <a:ext uri="{FF2B5EF4-FFF2-40B4-BE49-F238E27FC236}">
              <a16:creationId xmlns:a16="http://schemas.microsoft.com/office/drawing/2014/main" id="{C6E747E5-2AE2-FCE9-FFCE-5AA3110ED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>
            <a:extLst>
              <a:ext uri="{FF2B5EF4-FFF2-40B4-BE49-F238E27FC236}">
                <a16:creationId xmlns:a16="http://schemas.microsoft.com/office/drawing/2014/main" id="{DD16D9A9-64B8-E70A-3B6B-7C180085E8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5:notes">
            <a:extLst>
              <a:ext uri="{FF2B5EF4-FFF2-40B4-BE49-F238E27FC236}">
                <a16:creationId xmlns:a16="http://schemas.microsoft.com/office/drawing/2014/main" id="{065A654D-09DB-02AA-BFE1-9A25C4D9D7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804658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>
          <a:extLst>
            <a:ext uri="{FF2B5EF4-FFF2-40B4-BE49-F238E27FC236}">
              <a16:creationId xmlns:a16="http://schemas.microsoft.com/office/drawing/2014/main" id="{3D2EC3CA-049E-A960-EA7A-43063C796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>
            <a:extLst>
              <a:ext uri="{FF2B5EF4-FFF2-40B4-BE49-F238E27FC236}">
                <a16:creationId xmlns:a16="http://schemas.microsoft.com/office/drawing/2014/main" id="{E0BE4785-9AF2-27C4-A4B0-DB45BD90BE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5:notes">
            <a:extLst>
              <a:ext uri="{FF2B5EF4-FFF2-40B4-BE49-F238E27FC236}">
                <a16:creationId xmlns:a16="http://schemas.microsoft.com/office/drawing/2014/main" id="{9E7ECBC4-5457-C62D-F95E-67F9B073DE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763035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2DE839D-DE2B-1AA0-A546-453A3B651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>
            <a:extLst>
              <a:ext uri="{FF2B5EF4-FFF2-40B4-BE49-F238E27FC236}">
                <a16:creationId xmlns:a16="http://schemas.microsoft.com/office/drawing/2014/main" id="{42D1831B-88F7-64EE-5B59-B27EFA368D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6:notes">
            <a:extLst>
              <a:ext uri="{FF2B5EF4-FFF2-40B4-BE49-F238E27FC236}">
                <a16:creationId xmlns:a16="http://schemas.microsoft.com/office/drawing/2014/main" id="{DE7EA023-DFF6-230D-E86C-96A3780865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675963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>
          <a:extLst>
            <a:ext uri="{FF2B5EF4-FFF2-40B4-BE49-F238E27FC236}">
              <a16:creationId xmlns:a16="http://schemas.microsoft.com/office/drawing/2014/main" id="{9237788E-7634-FF0A-17C9-682773D29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>
            <a:extLst>
              <a:ext uri="{FF2B5EF4-FFF2-40B4-BE49-F238E27FC236}">
                <a16:creationId xmlns:a16="http://schemas.microsoft.com/office/drawing/2014/main" id="{0F58406C-4C13-0CA0-8422-5CDD08A466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5:notes">
            <a:extLst>
              <a:ext uri="{FF2B5EF4-FFF2-40B4-BE49-F238E27FC236}">
                <a16:creationId xmlns:a16="http://schemas.microsoft.com/office/drawing/2014/main" id="{7570674F-E7E8-269A-F3A5-8995213325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298520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8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94;p14" descr="image.png">
            <a:extLst>
              <a:ext uri="{FF2B5EF4-FFF2-40B4-BE49-F238E27FC236}">
                <a16:creationId xmlns:a16="http://schemas.microsoft.com/office/drawing/2014/main" id="{1237DF11-89B1-6534-BB7D-B3DD771EE72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10000"/>
          <a:stretch>
            <a:fillRect/>
          </a:stretch>
        </p:blipFill>
        <p:spPr>
          <a:xfrm>
            <a:off x="0" y="-9832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reeform 19">
            <a:extLst>
              <a:ext uri="{FF2B5EF4-FFF2-40B4-BE49-F238E27FC236}">
                <a16:creationId xmlns:a16="http://schemas.microsoft.com/office/drawing/2014/main" id="{E4F649E7-B203-6252-EF74-0F8C1CE52019}"/>
              </a:ext>
            </a:extLst>
          </p:cNvPr>
          <p:cNvSpPr/>
          <p:nvPr/>
        </p:nvSpPr>
        <p:spPr>
          <a:xfrm>
            <a:off x="0" y="1"/>
            <a:ext cx="12192000" cy="213360"/>
          </a:xfrm>
          <a:custGeom>
            <a:avLst/>
            <a:gdLst/>
            <a:ahLst/>
            <a:cxnLst/>
            <a:rect l="l" t="t" r="r" b="b"/>
            <a:pathLst>
              <a:path w="18288000" h="435471">
                <a:moveTo>
                  <a:pt x="0" y="0"/>
                </a:moveTo>
                <a:lnTo>
                  <a:pt x="18288000" y="0"/>
                </a:lnTo>
                <a:lnTo>
                  <a:pt x="18288000" y="435471"/>
                </a:lnTo>
                <a:lnTo>
                  <a:pt x="0" y="4354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525" b="-5814740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7" name="Google Shape;86;p13">
            <a:extLst>
              <a:ext uri="{FF2B5EF4-FFF2-40B4-BE49-F238E27FC236}">
                <a16:creationId xmlns:a16="http://schemas.microsoft.com/office/drawing/2014/main" id="{3DED1EF4-0700-7750-729C-46F21EF552D5}"/>
              </a:ext>
            </a:extLst>
          </p:cNvPr>
          <p:cNvSpPr txBox="1"/>
          <p:nvPr/>
        </p:nvSpPr>
        <p:spPr>
          <a:xfrm>
            <a:off x="3361209" y="3089228"/>
            <a:ext cx="5469582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400" b="1" i="0" u="none" strike="noStrike" cap="none" dirty="0">
                <a:solidFill>
                  <a:srgbClr val="35343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AI Boot Camp</a:t>
            </a:r>
            <a:endParaRPr sz="6400" dirty="0">
              <a:solidFill>
                <a:srgbClr val="353434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AAE10778-C37B-3C83-0150-3584CB6A1899}"/>
              </a:ext>
            </a:extLst>
          </p:cNvPr>
          <p:cNvGrpSpPr/>
          <p:nvPr/>
        </p:nvGrpSpPr>
        <p:grpSpPr>
          <a:xfrm>
            <a:off x="3361209" y="2181867"/>
            <a:ext cx="5469582" cy="771834"/>
            <a:chOff x="3361134" y="1314704"/>
            <a:chExt cx="5469582" cy="771834"/>
          </a:xfrm>
        </p:grpSpPr>
        <p:sp>
          <p:nvSpPr>
            <p:cNvPr id="10" name="Google Shape;85;p13">
              <a:extLst>
                <a:ext uri="{FF2B5EF4-FFF2-40B4-BE49-F238E27FC236}">
                  <a16:creationId xmlns:a16="http://schemas.microsoft.com/office/drawing/2014/main" id="{82EF33D9-90F4-D32E-FF83-E930B3CEA527}"/>
                </a:ext>
              </a:extLst>
            </p:cNvPr>
            <p:cNvSpPr txBox="1"/>
            <p:nvPr/>
          </p:nvSpPr>
          <p:spPr>
            <a:xfrm>
              <a:off x="3361134" y="1314704"/>
              <a:ext cx="5469582" cy="6001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600" b="1" i="0" u="none" strike="noStrike" cap="none" dirty="0">
                  <a:solidFill>
                    <a:srgbClr val="DD5E15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SK </a:t>
              </a:r>
              <a:r>
                <a:rPr lang="en-US" sz="2600" b="1" i="0" u="none" strike="noStrike" cap="none" dirty="0" err="1">
                  <a:solidFill>
                    <a:srgbClr val="DD5E15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ecoplant</a:t>
              </a:r>
              <a:r>
                <a:rPr lang="en-US" sz="2600" b="1" i="0" u="none" strike="noStrike" cap="none" dirty="0">
                  <a:solidFill>
                    <a:srgbClr val="DD5E15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 materials</a:t>
              </a:r>
              <a:endParaRPr sz="2600" b="1" dirty="0">
                <a:solidFill>
                  <a:srgbClr val="DD5E1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11" name="Freeform 19">
              <a:extLst>
                <a:ext uri="{FF2B5EF4-FFF2-40B4-BE49-F238E27FC236}">
                  <a16:creationId xmlns:a16="http://schemas.microsoft.com/office/drawing/2014/main" id="{CCBEB443-7BF9-51E0-81BB-A70E17AC9949}"/>
                </a:ext>
              </a:extLst>
            </p:cNvPr>
            <p:cNvSpPr/>
            <p:nvPr/>
          </p:nvSpPr>
          <p:spPr>
            <a:xfrm>
              <a:off x="4360340" y="2040819"/>
              <a:ext cx="3471168" cy="45719"/>
            </a:xfrm>
            <a:custGeom>
              <a:avLst/>
              <a:gdLst/>
              <a:ahLst/>
              <a:cxnLst/>
              <a:rect l="l" t="t" r="r" b="b"/>
              <a:pathLst>
                <a:path w="18288000" h="435471">
                  <a:moveTo>
                    <a:pt x="0" y="0"/>
                  </a:moveTo>
                  <a:lnTo>
                    <a:pt x="18288000" y="0"/>
                  </a:lnTo>
                  <a:lnTo>
                    <a:pt x="18288000" y="435471"/>
                  </a:lnTo>
                  <a:lnTo>
                    <a:pt x="0" y="4354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525" b="-5814740"/>
              </a:stretch>
            </a:blipFill>
          </p:spPr>
          <p:txBody>
            <a:bodyPr/>
            <a:lstStyle/>
            <a:p>
              <a:endPara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sp>
        <p:nvSpPr>
          <p:cNvPr id="9" name="Google Shape;87;p13">
            <a:extLst>
              <a:ext uri="{FF2B5EF4-FFF2-40B4-BE49-F238E27FC236}">
                <a16:creationId xmlns:a16="http://schemas.microsoft.com/office/drawing/2014/main" id="{D71188E6-CF3D-05A0-3F0A-62AFE0028BC3}"/>
              </a:ext>
            </a:extLst>
          </p:cNvPr>
          <p:cNvSpPr txBox="1"/>
          <p:nvPr/>
        </p:nvSpPr>
        <p:spPr>
          <a:xfrm>
            <a:off x="840581" y="4335143"/>
            <a:ext cx="10510684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35343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[프로젝트 명:   SKMR Skill Portal ]      /     [발표자 :   N조_부서_홍길동  ]</a:t>
            </a:r>
            <a:endParaRPr sz="2400" dirty="0">
              <a:solidFill>
                <a:srgbClr val="353434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5" name="Freeform 19">
            <a:extLst>
              <a:ext uri="{FF2B5EF4-FFF2-40B4-BE49-F238E27FC236}">
                <a16:creationId xmlns:a16="http://schemas.microsoft.com/office/drawing/2014/main" id="{43454CCA-40C7-DE9B-FBEB-884641FF6017}"/>
              </a:ext>
            </a:extLst>
          </p:cNvPr>
          <p:cNvSpPr/>
          <p:nvPr/>
        </p:nvSpPr>
        <p:spPr>
          <a:xfrm>
            <a:off x="-77" y="6646656"/>
            <a:ext cx="12192000" cy="213360"/>
          </a:xfrm>
          <a:custGeom>
            <a:avLst/>
            <a:gdLst/>
            <a:ahLst/>
            <a:cxnLst/>
            <a:rect l="l" t="t" r="r" b="b"/>
            <a:pathLst>
              <a:path w="18288000" h="435471">
                <a:moveTo>
                  <a:pt x="0" y="0"/>
                </a:moveTo>
                <a:lnTo>
                  <a:pt x="18288000" y="0"/>
                </a:lnTo>
                <a:lnTo>
                  <a:pt x="18288000" y="435471"/>
                </a:lnTo>
                <a:lnTo>
                  <a:pt x="0" y="4354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525" b="-5814740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1" name="Freeform 16">
            <a:extLst>
              <a:ext uri="{FF2B5EF4-FFF2-40B4-BE49-F238E27FC236}">
                <a16:creationId xmlns:a16="http://schemas.microsoft.com/office/drawing/2014/main" id="{516F24D6-2FC1-4EAF-95A9-3933FEE1B58F}"/>
              </a:ext>
            </a:extLst>
          </p:cNvPr>
          <p:cNvSpPr/>
          <p:nvPr/>
        </p:nvSpPr>
        <p:spPr>
          <a:xfrm>
            <a:off x="10454640" y="98919"/>
            <a:ext cx="1924976" cy="1082799"/>
          </a:xfrm>
          <a:custGeom>
            <a:avLst/>
            <a:gdLst/>
            <a:ahLst/>
            <a:cxnLst/>
            <a:rect l="l" t="t" r="r" b="b"/>
            <a:pathLst>
              <a:path w="3564002" h="2004751">
                <a:moveTo>
                  <a:pt x="0" y="0"/>
                </a:moveTo>
                <a:lnTo>
                  <a:pt x="3564001" y="0"/>
                </a:lnTo>
                <a:lnTo>
                  <a:pt x="3564001" y="2004751"/>
                </a:lnTo>
                <a:lnTo>
                  <a:pt x="0" y="200475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8"/>
        </a:solidFill>
        <a:effectLst/>
      </p:bgPr>
    </p:bg>
    <p:spTree>
      <p:nvGrpSpPr>
        <p:cNvPr id="1" name="Shape 83">
          <a:extLst>
            <a:ext uri="{FF2B5EF4-FFF2-40B4-BE49-F238E27FC236}">
              <a16:creationId xmlns:a16="http://schemas.microsoft.com/office/drawing/2014/main" id="{FB1B4F9E-C775-49A2-1955-F1EE3EBE1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94;p14" descr="image.png">
            <a:extLst>
              <a:ext uri="{FF2B5EF4-FFF2-40B4-BE49-F238E27FC236}">
                <a16:creationId xmlns:a16="http://schemas.microsoft.com/office/drawing/2014/main" id="{192AED6C-19EE-27E1-033B-6B098088F68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10000"/>
          <a:stretch>
            <a:fillRect/>
          </a:stretch>
        </p:blipFill>
        <p:spPr>
          <a:xfrm>
            <a:off x="0" y="-9832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reeform 19">
            <a:extLst>
              <a:ext uri="{FF2B5EF4-FFF2-40B4-BE49-F238E27FC236}">
                <a16:creationId xmlns:a16="http://schemas.microsoft.com/office/drawing/2014/main" id="{099CF57E-5AA0-F723-76A3-341256D289FC}"/>
              </a:ext>
            </a:extLst>
          </p:cNvPr>
          <p:cNvSpPr/>
          <p:nvPr/>
        </p:nvSpPr>
        <p:spPr>
          <a:xfrm>
            <a:off x="0" y="1"/>
            <a:ext cx="12192000" cy="213360"/>
          </a:xfrm>
          <a:custGeom>
            <a:avLst/>
            <a:gdLst/>
            <a:ahLst/>
            <a:cxnLst/>
            <a:rect l="l" t="t" r="r" b="b"/>
            <a:pathLst>
              <a:path w="18288000" h="435471">
                <a:moveTo>
                  <a:pt x="0" y="0"/>
                </a:moveTo>
                <a:lnTo>
                  <a:pt x="18288000" y="0"/>
                </a:lnTo>
                <a:lnTo>
                  <a:pt x="18288000" y="435471"/>
                </a:lnTo>
                <a:lnTo>
                  <a:pt x="0" y="4354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525" b="-5814740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5" name="Freeform 19">
            <a:extLst>
              <a:ext uri="{FF2B5EF4-FFF2-40B4-BE49-F238E27FC236}">
                <a16:creationId xmlns:a16="http://schemas.microsoft.com/office/drawing/2014/main" id="{431E2FAB-AEAA-BA04-4050-AD1AE08C47D1}"/>
              </a:ext>
            </a:extLst>
          </p:cNvPr>
          <p:cNvSpPr/>
          <p:nvPr/>
        </p:nvSpPr>
        <p:spPr>
          <a:xfrm>
            <a:off x="-77" y="6646656"/>
            <a:ext cx="12192000" cy="213360"/>
          </a:xfrm>
          <a:custGeom>
            <a:avLst/>
            <a:gdLst/>
            <a:ahLst/>
            <a:cxnLst/>
            <a:rect l="l" t="t" r="r" b="b"/>
            <a:pathLst>
              <a:path w="18288000" h="435471">
                <a:moveTo>
                  <a:pt x="0" y="0"/>
                </a:moveTo>
                <a:lnTo>
                  <a:pt x="18288000" y="0"/>
                </a:lnTo>
                <a:lnTo>
                  <a:pt x="18288000" y="435471"/>
                </a:lnTo>
                <a:lnTo>
                  <a:pt x="0" y="4354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525" b="-5814740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1" name="Freeform 16">
            <a:extLst>
              <a:ext uri="{FF2B5EF4-FFF2-40B4-BE49-F238E27FC236}">
                <a16:creationId xmlns:a16="http://schemas.microsoft.com/office/drawing/2014/main" id="{B96B7DF7-2C55-DC24-FB4F-EA5554B91BFE}"/>
              </a:ext>
            </a:extLst>
          </p:cNvPr>
          <p:cNvSpPr/>
          <p:nvPr/>
        </p:nvSpPr>
        <p:spPr>
          <a:xfrm>
            <a:off x="10454640" y="98919"/>
            <a:ext cx="1924976" cy="1082799"/>
          </a:xfrm>
          <a:custGeom>
            <a:avLst/>
            <a:gdLst/>
            <a:ahLst/>
            <a:cxnLst/>
            <a:rect l="l" t="t" r="r" b="b"/>
            <a:pathLst>
              <a:path w="3564002" h="2004751">
                <a:moveTo>
                  <a:pt x="0" y="0"/>
                </a:moveTo>
                <a:lnTo>
                  <a:pt x="3564001" y="0"/>
                </a:lnTo>
                <a:lnTo>
                  <a:pt x="3564001" y="2004751"/>
                </a:lnTo>
                <a:lnTo>
                  <a:pt x="0" y="200475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6E5B0E13-D48C-AF04-D3B6-86B06088C5FC}"/>
              </a:ext>
            </a:extLst>
          </p:cNvPr>
          <p:cNvGrpSpPr/>
          <p:nvPr/>
        </p:nvGrpSpPr>
        <p:grpSpPr>
          <a:xfrm>
            <a:off x="-793904" y="647878"/>
            <a:ext cx="5469582" cy="1154162"/>
            <a:chOff x="-479271" y="931070"/>
            <a:chExt cx="5469582" cy="1154162"/>
          </a:xfrm>
        </p:grpSpPr>
        <p:sp>
          <p:nvSpPr>
            <p:cNvPr id="10" name="Google Shape;85;p13">
              <a:extLst>
                <a:ext uri="{FF2B5EF4-FFF2-40B4-BE49-F238E27FC236}">
                  <a16:creationId xmlns:a16="http://schemas.microsoft.com/office/drawing/2014/main" id="{C6B633C3-8233-88D5-58FE-D8C9D88F0297}"/>
                </a:ext>
              </a:extLst>
            </p:cNvPr>
            <p:cNvSpPr txBox="1"/>
            <p:nvPr/>
          </p:nvSpPr>
          <p:spPr>
            <a:xfrm>
              <a:off x="-479271" y="931070"/>
              <a:ext cx="5469582" cy="11541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5000" b="1" i="0" u="none" strike="noStrike" cap="none" dirty="0">
                  <a:solidFill>
                    <a:srgbClr val="DD5E15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목차</a:t>
              </a:r>
              <a:endParaRPr sz="5000" b="1" dirty="0">
                <a:solidFill>
                  <a:srgbClr val="DD5E1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24" name="Google Shape;164;p18">
              <a:extLst>
                <a:ext uri="{FF2B5EF4-FFF2-40B4-BE49-F238E27FC236}">
                  <a16:creationId xmlns:a16="http://schemas.microsoft.com/office/drawing/2014/main" id="{B27FFFF3-C50B-9B76-366A-F1C457D6E9DD}"/>
                </a:ext>
              </a:extLst>
            </p:cNvPr>
            <p:cNvSpPr/>
            <p:nvPr/>
          </p:nvSpPr>
          <p:spPr>
            <a:xfrm>
              <a:off x="1234440" y="1181718"/>
              <a:ext cx="106680" cy="738521"/>
            </a:xfrm>
            <a:prstGeom prst="rect">
              <a:avLst/>
            </a:prstGeom>
            <a:solidFill>
              <a:srgbClr val="E600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63B2E026-6471-8ACC-B486-1D9D17F5C549}"/>
              </a:ext>
            </a:extLst>
          </p:cNvPr>
          <p:cNvGrpSpPr/>
          <p:nvPr/>
        </p:nvGrpSpPr>
        <p:grpSpPr>
          <a:xfrm>
            <a:off x="5922497" y="2545810"/>
            <a:ext cx="6283693" cy="3372317"/>
            <a:chOff x="6202602" y="3072816"/>
            <a:chExt cx="6283693" cy="3372317"/>
          </a:xfrm>
        </p:grpSpPr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3DF94C2E-4B0A-9845-66C6-922F851FFD67}"/>
                </a:ext>
              </a:extLst>
            </p:cNvPr>
            <p:cNvGrpSpPr/>
            <p:nvPr/>
          </p:nvGrpSpPr>
          <p:grpSpPr>
            <a:xfrm>
              <a:off x="6202602" y="3072816"/>
              <a:ext cx="6283693" cy="3140315"/>
              <a:chOff x="1625624" y="2563718"/>
              <a:chExt cx="6283693" cy="3140315"/>
            </a:xfrm>
          </p:grpSpPr>
          <p:sp>
            <p:nvSpPr>
              <p:cNvPr id="7" name="Google Shape;86;p13">
                <a:extLst>
                  <a:ext uri="{FF2B5EF4-FFF2-40B4-BE49-F238E27FC236}">
                    <a16:creationId xmlns:a16="http://schemas.microsoft.com/office/drawing/2014/main" id="{E39AF878-6BD1-E9E7-155F-2F16852519FD}"/>
                  </a:ext>
                </a:extLst>
              </p:cNvPr>
              <p:cNvSpPr txBox="1"/>
              <p:nvPr/>
            </p:nvSpPr>
            <p:spPr>
              <a:xfrm>
                <a:off x="1625625" y="2563718"/>
                <a:ext cx="5469582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lvl="0"/>
                <a:r>
                  <a:rPr lang="en-US" sz="3000" i="0" u="none" strike="noStrike" cap="none" dirty="0">
                    <a:solidFill>
                      <a:srgbClr val="353434"/>
                    </a:solidFill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  <a:sym typeface="Arial"/>
                  </a:rPr>
                  <a:t>1. </a:t>
                </a:r>
                <a:r>
                  <a:rPr lang="ko-KR" altLang="en-US" sz="3000" dirty="0">
                    <a:solidFill>
                      <a:srgbClr val="353434"/>
                    </a:solidFill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에이전트 소개 및 기획 배경</a:t>
                </a:r>
              </a:p>
            </p:txBody>
          </p:sp>
          <p:sp>
            <p:nvSpPr>
              <p:cNvPr id="4" name="Google Shape;86;p13">
                <a:extLst>
                  <a:ext uri="{FF2B5EF4-FFF2-40B4-BE49-F238E27FC236}">
                    <a16:creationId xmlns:a16="http://schemas.microsoft.com/office/drawing/2014/main" id="{383481FA-BDF4-7CFD-7EB7-7D37A2FF1546}"/>
                  </a:ext>
                </a:extLst>
              </p:cNvPr>
              <p:cNvSpPr txBox="1"/>
              <p:nvPr/>
            </p:nvSpPr>
            <p:spPr>
              <a:xfrm>
                <a:off x="1625625" y="3308341"/>
                <a:ext cx="5469582" cy="923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lvl="0"/>
                <a:r>
                  <a:rPr lang="en-US" altLang="ko-KR" sz="3000" dirty="0">
                    <a:solidFill>
                      <a:srgbClr val="353434"/>
                    </a:solidFill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2. </a:t>
                </a:r>
                <a:r>
                  <a:rPr lang="ko-KR" altLang="en-US" sz="3000" dirty="0">
                    <a:solidFill>
                      <a:srgbClr val="353434"/>
                    </a:solidFill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주요 시연 및 출력 성과</a:t>
                </a:r>
              </a:p>
              <a:p>
                <a:pPr lvl="0"/>
                <a:endParaRPr lang="ko-KR" altLang="en-US" sz="3000" dirty="0">
                  <a:solidFill>
                    <a:srgbClr val="353434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endParaRPr>
              </a:p>
            </p:txBody>
          </p:sp>
          <p:sp>
            <p:nvSpPr>
              <p:cNvPr id="6" name="Google Shape;86;p13">
                <a:extLst>
                  <a:ext uri="{FF2B5EF4-FFF2-40B4-BE49-F238E27FC236}">
                    <a16:creationId xmlns:a16="http://schemas.microsoft.com/office/drawing/2014/main" id="{694CC697-B5B6-BD6C-C54C-B1FC59A9F97A}"/>
                  </a:ext>
                </a:extLst>
              </p:cNvPr>
              <p:cNvSpPr txBox="1"/>
              <p:nvPr/>
            </p:nvSpPr>
            <p:spPr>
              <a:xfrm>
                <a:off x="1625624" y="4044522"/>
                <a:ext cx="6283693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lvl="0"/>
                <a:r>
                  <a:rPr lang="en-US" altLang="ko-KR" sz="3000" dirty="0">
                    <a:solidFill>
                      <a:srgbClr val="353434"/>
                    </a:solidFill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3. </a:t>
                </a:r>
                <a:r>
                  <a:rPr lang="ko-KR" altLang="en-US" sz="3000" dirty="0">
                    <a:solidFill>
                      <a:srgbClr val="353434"/>
                    </a:solidFill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기능</a:t>
                </a:r>
                <a:r>
                  <a:rPr lang="en-US" altLang="ko-KR" sz="3000" dirty="0">
                    <a:solidFill>
                      <a:srgbClr val="353434"/>
                    </a:solidFill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(</a:t>
                </a:r>
                <a:r>
                  <a:rPr lang="ko-KR" altLang="en-US" sz="3000" dirty="0">
                    <a:solidFill>
                      <a:srgbClr val="353434"/>
                    </a:solidFill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프로세스</a:t>
                </a:r>
                <a:r>
                  <a:rPr lang="en-US" altLang="ko-KR" sz="3000" dirty="0">
                    <a:solidFill>
                      <a:srgbClr val="353434"/>
                    </a:solidFill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) &amp; </a:t>
                </a:r>
                <a:r>
                  <a:rPr lang="ko-KR" altLang="en-US" sz="3000" dirty="0">
                    <a:solidFill>
                      <a:srgbClr val="353434"/>
                    </a:solidFill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성능 </a:t>
                </a:r>
                <a:r>
                  <a:rPr lang="en-US" altLang="ko-KR" sz="3000" dirty="0">
                    <a:solidFill>
                      <a:srgbClr val="353434"/>
                    </a:solidFill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/ </a:t>
                </a:r>
                <a:r>
                  <a:rPr lang="ko-KR" altLang="en-US" sz="3000" dirty="0">
                    <a:solidFill>
                      <a:srgbClr val="353434"/>
                    </a:solidFill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업무적합성</a:t>
                </a:r>
              </a:p>
            </p:txBody>
          </p:sp>
          <p:sp>
            <p:nvSpPr>
              <p:cNvPr id="16" name="Google Shape;86;p13">
                <a:extLst>
                  <a:ext uri="{FF2B5EF4-FFF2-40B4-BE49-F238E27FC236}">
                    <a16:creationId xmlns:a16="http://schemas.microsoft.com/office/drawing/2014/main" id="{A21D8A87-2D7F-6D2E-A459-E0E8326D8F87}"/>
                  </a:ext>
                </a:extLst>
              </p:cNvPr>
              <p:cNvSpPr txBox="1"/>
              <p:nvPr/>
            </p:nvSpPr>
            <p:spPr>
              <a:xfrm>
                <a:off x="1625625" y="4780703"/>
                <a:ext cx="5469582" cy="923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lvl="0"/>
                <a:r>
                  <a:rPr lang="en-US" altLang="ko-KR" sz="3000" dirty="0">
                    <a:solidFill>
                      <a:srgbClr val="353434"/>
                    </a:solidFill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4. </a:t>
                </a:r>
                <a:r>
                  <a:rPr lang="ko-KR" altLang="en-US" sz="3000" dirty="0">
                    <a:solidFill>
                      <a:srgbClr val="353434"/>
                    </a:solidFill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확장성 및 보안</a:t>
                </a:r>
                <a:r>
                  <a:rPr lang="en-US" altLang="ko-KR" sz="3000" dirty="0">
                    <a:solidFill>
                      <a:srgbClr val="353434"/>
                    </a:solidFill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/</a:t>
                </a:r>
                <a:r>
                  <a:rPr lang="ko-KR" altLang="en-US" sz="3000" dirty="0">
                    <a:solidFill>
                      <a:srgbClr val="353434"/>
                    </a:solidFill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컴플라이언스</a:t>
                </a:r>
              </a:p>
              <a:p>
                <a:pPr lvl="0"/>
                <a:endParaRPr lang="ko-KR" altLang="en-US" sz="3000" dirty="0">
                  <a:solidFill>
                    <a:srgbClr val="353434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endParaRPr>
              </a:p>
            </p:txBody>
          </p:sp>
        </p:grpSp>
        <p:sp>
          <p:nvSpPr>
            <p:cNvPr id="28" name="Google Shape;86;p13">
              <a:extLst>
                <a:ext uri="{FF2B5EF4-FFF2-40B4-BE49-F238E27FC236}">
                  <a16:creationId xmlns:a16="http://schemas.microsoft.com/office/drawing/2014/main" id="{AFEC3382-F808-C704-0159-3DFDB98A1B29}"/>
                </a:ext>
              </a:extLst>
            </p:cNvPr>
            <p:cNvSpPr txBox="1"/>
            <p:nvPr/>
          </p:nvSpPr>
          <p:spPr>
            <a:xfrm>
              <a:off x="6202603" y="5983468"/>
              <a:ext cx="5469582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/>
              <a:r>
                <a:rPr lang="en-US" altLang="ko-KR" sz="3000" dirty="0">
                  <a:solidFill>
                    <a:srgbClr val="353434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+ </a:t>
              </a:r>
              <a:r>
                <a:rPr lang="ko-KR" altLang="en-US" sz="3000" dirty="0">
                  <a:solidFill>
                    <a:srgbClr val="353434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결과물에 대한 부연 설명 </a:t>
              </a:r>
              <a:r>
                <a:rPr lang="en-US" altLang="ko-KR" sz="3000" dirty="0">
                  <a:solidFill>
                    <a:srgbClr val="353434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(</a:t>
              </a:r>
              <a:r>
                <a:rPr lang="ko-KR" altLang="en-US" sz="3000" dirty="0">
                  <a:solidFill>
                    <a:srgbClr val="353434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선택</a:t>
              </a:r>
              <a:r>
                <a:rPr lang="en-US" altLang="ko-KR" sz="3000" dirty="0">
                  <a:solidFill>
                    <a:srgbClr val="353434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)</a:t>
              </a:r>
              <a:endParaRPr lang="ko-KR" altLang="en-US" sz="3000" dirty="0">
                <a:solidFill>
                  <a:srgbClr val="35343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005381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40">
          <a:extLst>
            <a:ext uri="{FF2B5EF4-FFF2-40B4-BE49-F238E27FC236}">
              <a16:creationId xmlns:a16="http://schemas.microsoft.com/office/drawing/2014/main" id="{4E9951F5-5985-142E-7DD8-75F068FA8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94;p14" descr="image.png">
            <a:extLst>
              <a:ext uri="{FF2B5EF4-FFF2-40B4-BE49-F238E27FC236}">
                <a16:creationId xmlns:a16="http://schemas.microsoft.com/office/drawing/2014/main" id="{BEC29688-50D6-9E3E-F375-BFDA74D66BA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10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" name="그룹 39">
            <a:extLst>
              <a:ext uri="{FF2B5EF4-FFF2-40B4-BE49-F238E27FC236}">
                <a16:creationId xmlns:a16="http://schemas.microsoft.com/office/drawing/2014/main" id="{40CCAE67-42B4-DCF1-EB57-3F73456FC698}"/>
              </a:ext>
            </a:extLst>
          </p:cNvPr>
          <p:cNvGrpSpPr/>
          <p:nvPr/>
        </p:nvGrpSpPr>
        <p:grpSpPr>
          <a:xfrm>
            <a:off x="2762682" y="2463244"/>
            <a:ext cx="6666636" cy="1950609"/>
            <a:chOff x="3361134" y="2938488"/>
            <a:chExt cx="5469582" cy="1199358"/>
          </a:xfrm>
        </p:grpSpPr>
        <p:sp>
          <p:nvSpPr>
            <p:cNvPr id="143" name="Google Shape;143;p17">
              <a:extLst>
                <a:ext uri="{FF2B5EF4-FFF2-40B4-BE49-F238E27FC236}">
                  <a16:creationId xmlns:a16="http://schemas.microsoft.com/office/drawing/2014/main" id="{15DFE0D7-0417-164E-0482-EE4A4DAE2E0D}"/>
                </a:ext>
              </a:extLst>
            </p:cNvPr>
            <p:cNvSpPr txBox="1"/>
            <p:nvPr/>
          </p:nvSpPr>
          <p:spPr>
            <a:xfrm>
              <a:off x="3726508" y="3171965"/>
              <a:ext cx="4738835" cy="5487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800" b="1" i="0" u="none" strike="noStrike" cap="none" dirty="0">
                  <a:solidFill>
                    <a:srgbClr val="1E293B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CHAPTER 01</a:t>
              </a:r>
              <a:endParaRPr sz="5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35" name="Google Shape;85;p13">
              <a:extLst>
                <a:ext uri="{FF2B5EF4-FFF2-40B4-BE49-F238E27FC236}">
                  <a16:creationId xmlns:a16="http://schemas.microsoft.com/office/drawing/2014/main" id="{461FBA34-94F1-01A3-7AE4-3C320378C0DE}"/>
                </a:ext>
              </a:extLst>
            </p:cNvPr>
            <p:cNvSpPr txBox="1"/>
            <p:nvPr/>
          </p:nvSpPr>
          <p:spPr>
            <a:xfrm>
              <a:off x="3361134" y="3740441"/>
              <a:ext cx="5469582" cy="3974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 algn="ctr">
                <a:lnSpc>
                  <a:spcPct val="150000"/>
                </a:lnSpc>
              </a:pPr>
              <a:r>
                <a:rPr lang="ko-KR" altLang="en-US" sz="2800" b="1" dirty="0">
                  <a:solidFill>
                    <a:srgbClr val="F54214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에이전트 소개 및 기획 배경</a:t>
              </a:r>
            </a:p>
          </p:txBody>
        </p:sp>
        <p:sp>
          <p:nvSpPr>
            <p:cNvPr id="37" name="Freeform 19">
              <a:extLst>
                <a:ext uri="{FF2B5EF4-FFF2-40B4-BE49-F238E27FC236}">
                  <a16:creationId xmlns:a16="http://schemas.microsoft.com/office/drawing/2014/main" id="{E89D4F55-F035-BCD8-F7F9-271600A714E2}"/>
                </a:ext>
              </a:extLst>
            </p:cNvPr>
            <p:cNvSpPr/>
            <p:nvPr/>
          </p:nvSpPr>
          <p:spPr>
            <a:xfrm flipV="1">
              <a:off x="5757373" y="2938488"/>
              <a:ext cx="677254" cy="45719"/>
            </a:xfrm>
            <a:custGeom>
              <a:avLst/>
              <a:gdLst/>
              <a:ahLst/>
              <a:cxnLst/>
              <a:rect l="l" t="t" r="r" b="b"/>
              <a:pathLst>
                <a:path w="18288000" h="435471">
                  <a:moveTo>
                    <a:pt x="0" y="0"/>
                  </a:moveTo>
                  <a:lnTo>
                    <a:pt x="18288000" y="0"/>
                  </a:lnTo>
                  <a:lnTo>
                    <a:pt x="18288000" y="435471"/>
                  </a:lnTo>
                  <a:lnTo>
                    <a:pt x="0" y="4354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525" b="-5814740"/>
              </a:stretch>
            </a:blipFill>
          </p:spPr>
          <p:txBody>
            <a:bodyPr/>
            <a:lstStyle/>
            <a:p>
              <a:endPara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9226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94;p14" descr="image.png">
            <a:extLst>
              <a:ext uri="{FF2B5EF4-FFF2-40B4-BE49-F238E27FC236}">
                <a16:creationId xmlns:a16="http://schemas.microsoft.com/office/drawing/2014/main" id="{B05F0D74-A20E-1322-B884-495E63AD1F4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10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/>
          <p:cNvSpPr/>
          <p:nvPr/>
        </p:nvSpPr>
        <p:spPr>
          <a:xfrm>
            <a:off x="762000" y="571500"/>
            <a:ext cx="57150" cy="438150"/>
          </a:xfrm>
          <a:prstGeom prst="rect">
            <a:avLst/>
          </a:prstGeom>
          <a:solidFill>
            <a:srgbClr val="E6002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17;p15">
            <a:extLst>
              <a:ext uri="{FF2B5EF4-FFF2-40B4-BE49-F238E27FC236}">
                <a16:creationId xmlns:a16="http://schemas.microsoft.com/office/drawing/2014/main" id="{0B8DDF77-41DA-08EB-CC45-1886B9E22D36}"/>
              </a:ext>
            </a:extLst>
          </p:cNvPr>
          <p:cNvSpPr txBox="1"/>
          <p:nvPr/>
        </p:nvSpPr>
        <p:spPr>
          <a:xfrm>
            <a:off x="904875" y="605801"/>
            <a:ext cx="7800367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50" b="1" i="0" u="none" strike="noStrike" cap="none" dirty="0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에이전트 소개 및 </a:t>
            </a:r>
            <a:r>
              <a:rPr lang="en-US" sz="2550" b="1" i="0" u="none" strike="noStrike" cap="none" dirty="0" err="1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기획</a:t>
            </a:r>
            <a:r>
              <a:rPr lang="en-US" sz="2550" b="1" i="0" u="none" strike="noStrike" cap="none" dirty="0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550" b="1" i="0" u="none" strike="noStrike" cap="none" dirty="0" err="1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배경</a:t>
            </a:r>
            <a:endParaRPr dirty="0"/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DD284467-43C3-29CA-C4D1-79A48B11A587}"/>
              </a:ext>
            </a:extLst>
          </p:cNvPr>
          <p:cNvGrpSpPr/>
          <p:nvPr/>
        </p:nvGrpSpPr>
        <p:grpSpPr>
          <a:xfrm>
            <a:off x="819150" y="1731855"/>
            <a:ext cx="7046656" cy="4520343"/>
            <a:chOff x="736548" y="2046259"/>
            <a:chExt cx="4920393" cy="2817129"/>
          </a:xfrm>
        </p:grpSpPr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0647DD1F-9A54-36F8-6D44-46FD94255986}"/>
                </a:ext>
              </a:extLst>
            </p:cNvPr>
            <p:cNvGrpSpPr/>
            <p:nvPr/>
          </p:nvGrpSpPr>
          <p:grpSpPr>
            <a:xfrm>
              <a:off x="736548" y="2046259"/>
              <a:ext cx="2978204" cy="470303"/>
              <a:chOff x="736548" y="2046259"/>
              <a:chExt cx="2978204" cy="470303"/>
            </a:xfrm>
          </p:grpSpPr>
          <p:grpSp>
            <p:nvGrpSpPr>
              <p:cNvPr id="67" name="Group 12">
                <a:extLst>
                  <a:ext uri="{FF2B5EF4-FFF2-40B4-BE49-F238E27FC236}">
                    <a16:creationId xmlns:a16="http://schemas.microsoft.com/office/drawing/2014/main" id="{650A3D5B-0E6E-E0AE-76D9-FB9BEB628B81}"/>
                  </a:ext>
                </a:extLst>
              </p:cNvPr>
              <p:cNvGrpSpPr/>
              <p:nvPr/>
            </p:nvGrpSpPr>
            <p:grpSpPr>
              <a:xfrm>
                <a:off x="736548" y="2191771"/>
                <a:ext cx="2205071" cy="324791"/>
                <a:chOff x="0" y="0"/>
                <a:chExt cx="975864" cy="158783"/>
              </a:xfrm>
            </p:grpSpPr>
            <p:sp>
              <p:nvSpPr>
                <p:cNvPr id="76" name="Freeform 13">
                  <a:extLst>
                    <a:ext uri="{FF2B5EF4-FFF2-40B4-BE49-F238E27FC236}">
                      <a16:creationId xmlns:a16="http://schemas.microsoft.com/office/drawing/2014/main" id="{FB907D35-6698-AF4A-CB40-38327080E6E8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975864" cy="1587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5864" h="158783">
                      <a:moveTo>
                        <a:pt x="0" y="0"/>
                      </a:moveTo>
                      <a:lnTo>
                        <a:pt x="975864" y="0"/>
                      </a:lnTo>
                      <a:lnTo>
                        <a:pt x="975864" y="158783"/>
                      </a:lnTo>
                      <a:lnTo>
                        <a:pt x="0" y="158783"/>
                      </a:lnTo>
                      <a:close/>
                    </a:path>
                  </a:pathLst>
                </a:custGeom>
                <a:solidFill>
                  <a:srgbClr val="FF7900"/>
                </a:solidFill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77" name="TextBox 14">
                  <a:extLst>
                    <a:ext uri="{FF2B5EF4-FFF2-40B4-BE49-F238E27FC236}">
                      <a16:creationId xmlns:a16="http://schemas.microsoft.com/office/drawing/2014/main" id="{9EBF046F-A269-1D55-9118-5311BB64BA0E}"/>
                    </a:ext>
                  </a:extLst>
                </p:cNvPr>
                <p:cNvSpPr txBox="1"/>
                <p:nvPr/>
              </p:nvSpPr>
              <p:spPr>
                <a:xfrm>
                  <a:off x="0" y="-66675"/>
                  <a:ext cx="975864" cy="225458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100"/>
                    </a:lnSpc>
                  </a:pPr>
                  <a:endParaRPr/>
                </a:p>
              </p:txBody>
            </p:sp>
          </p:grpSp>
          <p:grpSp>
            <p:nvGrpSpPr>
              <p:cNvPr id="68" name="그룹 67">
                <a:extLst>
                  <a:ext uri="{FF2B5EF4-FFF2-40B4-BE49-F238E27FC236}">
                    <a16:creationId xmlns:a16="http://schemas.microsoft.com/office/drawing/2014/main" id="{5F5E5F3E-1F63-BBE7-6766-AE248FACA84F}"/>
                  </a:ext>
                </a:extLst>
              </p:cNvPr>
              <p:cNvGrpSpPr/>
              <p:nvPr/>
            </p:nvGrpSpPr>
            <p:grpSpPr>
              <a:xfrm>
                <a:off x="2403932" y="2046259"/>
                <a:ext cx="1310820" cy="468679"/>
                <a:chOff x="3462337" y="1946901"/>
                <a:chExt cx="1310820" cy="478006"/>
              </a:xfrm>
            </p:grpSpPr>
            <p:grpSp>
              <p:nvGrpSpPr>
                <p:cNvPr id="70" name="Group 18">
                  <a:extLst>
                    <a:ext uri="{FF2B5EF4-FFF2-40B4-BE49-F238E27FC236}">
                      <a16:creationId xmlns:a16="http://schemas.microsoft.com/office/drawing/2014/main" id="{7915021F-7556-82D0-93BB-FF90CA163CB0}"/>
                    </a:ext>
                  </a:extLst>
                </p:cNvPr>
                <p:cNvGrpSpPr/>
                <p:nvPr/>
              </p:nvGrpSpPr>
              <p:grpSpPr>
                <a:xfrm>
                  <a:off x="3462337" y="1981414"/>
                  <a:ext cx="1113702" cy="440035"/>
                  <a:chOff x="0" y="-66675"/>
                  <a:chExt cx="958270" cy="283014"/>
                </a:xfrm>
              </p:grpSpPr>
              <p:sp>
                <p:nvSpPr>
                  <p:cNvPr id="74" name="Freeform 19">
                    <a:extLst>
                      <a:ext uri="{FF2B5EF4-FFF2-40B4-BE49-F238E27FC236}">
                        <a16:creationId xmlns:a16="http://schemas.microsoft.com/office/drawing/2014/main" id="{4CBDF620-7B1B-5B40-AD0C-FA34154CD7A1}"/>
                      </a:ext>
                    </a:extLst>
                  </p:cNvPr>
                  <p:cNvSpPr/>
                  <p:nvPr/>
                </p:nvSpPr>
                <p:spPr>
                  <a:xfrm>
                    <a:off x="0" y="7445"/>
                    <a:ext cx="958270" cy="20889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8270" h="208894">
                        <a:moveTo>
                          <a:pt x="203200" y="0"/>
                        </a:moveTo>
                        <a:lnTo>
                          <a:pt x="958270" y="0"/>
                        </a:lnTo>
                        <a:lnTo>
                          <a:pt x="755070" y="208894"/>
                        </a:lnTo>
                        <a:lnTo>
                          <a:pt x="0" y="208894"/>
                        </a:lnTo>
                        <a:lnTo>
                          <a:pt x="203200" y="0"/>
                        </a:lnTo>
                        <a:close/>
                      </a:path>
                    </a:pathLst>
                  </a:custGeom>
                  <a:solidFill>
                    <a:srgbClr val="DD5E17"/>
                  </a:solidFill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75" name="TextBox 20">
                    <a:extLst>
                      <a:ext uri="{FF2B5EF4-FFF2-40B4-BE49-F238E27FC236}">
                        <a16:creationId xmlns:a16="http://schemas.microsoft.com/office/drawing/2014/main" id="{2AEED44D-B6F6-7385-4830-228F676818E2}"/>
                      </a:ext>
                    </a:extLst>
                  </p:cNvPr>
                  <p:cNvSpPr txBox="1"/>
                  <p:nvPr/>
                </p:nvSpPr>
                <p:spPr>
                  <a:xfrm>
                    <a:off x="101600" y="-66675"/>
                    <a:ext cx="755070" cy="275569"/>
                  </a:xfrm>
                  <a:prstGeom prst="rect">
                    <a:avLst/>
                  </a:prstGeom>
                </p:spPr>
                <p:txBody>
                  <a:bodyPr lIns="50800" tIns="50800" rIns="50800" bIns="50800" rtlCol="0" anchor="ctr"/>
                  <a:lstStyle/>
                  <a:p>
                    <a:pPr algn="ctr">
                      <a:lnSpc>
                        <a:spcPts val="2100"/>
                      </a:lnSpc>
                    </a:pPr>
                    <a:endParaRPr/>
                  </a:p>
                </p:txBody>
              </p:sp>
            </p:grpSp>
            <p:grpSp>
              <p:nvGrpSpPr>
                <p:cNvPr id="71" name="Group 21">
                  <a:extLst>
                    <a:ext uri="{FF2B5EF4-FFF2-40B4-BE49-F238E27FC236}">
                      <a16:creationId xmlns:a16="http://schemas.microsoft.com/office/drawing/2014/main" id="{ED1DDBF5-8399-B620-82A6-0561A14509AA}"/>
                    </a:ext>
                  </a:extLst>
                </p:cNvPr>
                <p:cNvGrpSpPr/>
                <p:nvPr/>
              </p:nvGrpSpPr>
              <p:grpSpPr>
                <a:xfrm>
                  <a:off x="3802249" y="1946901"/>
                  <a:ext cx="970908" cy="478006"/>
                  <a:chOff x="0" y="-66675"/>
                  <a:chExt cx="635000" cy="233686"/>
                </a:xfrm>
              </p:grpSpPr>
              <p:sp>
                <p:nvSpPr>
                  <p:cNvPr id="72" name="Freeform 22">
                    <a:extLst>
                      <a:ext uri="{FF2B5EF4-FFF2-40B4-BE49-F238E27FC236}">
                        <a16:creationId xmlns:a16="http://schemas.microsoft.com/office/drawing/2014/main" id="{48A1C06E-B56C-247F-40F9-7CA2171FA012}"/>
                      </a:ext>
                    </a:extLst>
                  </p:cNvPr>
                  <p:cNvSpPr/>
                  <p:nvPr/>
                </p:nvSpPr>
                <p:spPr>
                  <a:xfrm>
                    <a:off x="0" y="6230"/>
                    <a:ext cx="635000" cy="16078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000" h="158783">
                        <a:moveTo>
                          <a:pt x="0" y="0"/>
                        </a:moveTo>
                        <a:lnTo>
                          <a:pt x="635000" y="0"/>
                        </a:lnTo>
                        <a:lnTo>
                          <a:pt x="635000" y="158783"/>
                        </a:lnTo>
                        <a:lnTo>
                          <a:pt x="0" y="158783"/>
                        </a:lnTo>
                        <a:close/>
                      </a:path>
                    </a:pathLst>
                  </a:custGeom>
                  <a:solidFill>
                    <a:srgbClr val="DD5E17"/>
                  </a:solidFill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  <p:sp>
                <p:nvSpPr>
                  <p:cNvPr id="73" name="TextBox 23">
                    <a:extLst>
                      <a:ext uri="{FF2B5EF4-FFF2-40B4-BE49-F238E27FC236}">
                        <a16:creationId xmlns:a16="http://schemas.microsoft.com/office/drawing/2014/main" id="{1E07B4ED-0AD9-4DF4-8E8F-5544455770B1}"/>
                      </a:ext>
                    </a:extLst>
                  </p:cNvPr>
                  <p:cNvSpPr txBox="1"/>
                  <p:nvPr/>
                </p:nvSpPr>
                <p:spPr>
                  <a:xfrm>
                    <a:off x="0" y="-66675"/>
                    <a:ext cx="635000" cy="225458"/>
                  </a:xfrm>
                  <a:prstGeom prst="rect">
                    <a:avLst/>
                  </a:prstGeom>
                </p:spPr>
                <p:txBody>
                  <a:bodyPr lIns="50800" tIns="50800" rIns="50800" bIns="50800" rtlCol="0" anchor="ctr"/>
                  <a:lstStyle/>
                  <a:p>
                    <a:pPr algn="ctr">
                      <a:lnSpc>
                        <a:spcPts val="2100"/>
                      </a:lnSpc>
                    </a:pPr>
                    <a:endParaRPr/>
                  </a:p>
                </p:txBody>
              </p:sp>
            </p:grpSp>
          </p:grpSp>
          <p:sp>
            <p:nvSpPr>
              <p:cNvPr id="69" name="Google Shape;231;p23">
                <a:extLst>
                  <a:ext uri="{FF2B5EF4-FFF2-40B4-BE49-F238E27FC236}">
                    <a16:creationId xmlns:a16="http://schemas.microsoft.com/office/drawing/2014/main" id="{0AB5E684-A850-29B1-2285-F425BB8015EA}"/>
                  </a:ext>
                </a:extLst>
              </p:cNvPr>
              <p:cNvSpPr txBox="1"/>
              <p:nvPr/>
            </p:nvSpPr>
            <p:spPr>
              <a:xfrm>
                <a:off x="860751" y="2237037"/>
                <a:ext cx="1883093" cy="2301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altLang="en-US" sz="1600" dirty="0">
                    <a:solidFill>
                      <a:schemeClr val="bg1"/>
                    </a:solidFill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에이전트 소개</a:t>
                </a:r>
                <a:endParaRPr sz="1600" dirty="0">
                  <a:solidFill>
                    <a:schemeClr val="bg1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endParaRPr>
              </a:p>
            </p:txBody>
          </p:sp>
        </p:grpSp>
        <p:sp>
          <p:nvSpPr>
            <p:cNvPr id="51" name="사각형: 둥근 모서리 50">
              <a:extLst>
                <a:ext uri="{FF2B5EF4-FFF2-40B4-BE49-F238E27FC236}">
                  <a16:creationId xmlns:a16="http://schemas.microsoft.com/office/drawing/2014/main" id="{C558846A-DCAF-FFEE-563A-9CE49C7390BB}"/>
                </a:ext>
              </a:extLst>
            </p:cNvPr>
            <p:cNvSpPr/>
            <p:nvPr/>
          </p:nvSpPr>
          <p:spPr>
            <a:xfrm>
              <a:off x="748159" y="2646117"/>
              <a:ext cx="4908782" cy="636944"/>
            </a:xfrm>
            <a:prstGeom prst="roundRect">
              <a:avLst>
                <a:gd name="adj" fmla="val 5989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" name="Google Shape;237;p23">
              <a:extLst>
                <a:ext uri="{FF2B5EF4-FFF2-40B4-BE49-F238E27FC236}">
                  <a16:creationId xmlns:a16="http://schemas.microsoft.com/office/drawing/2014/main" id="{403C9BA4-29A5-C6F6-8B17-293984825165}"/>
                </a:ext>
              </a:extLst>
            </p:cNvPr>
            <p:cNvSpPr txBox="1"/>
            <p:nvPr/>
          </p:nvSpPr>
          <p:spPr>
            <a:xfrm>
              <a:off x="872362" y="2824581"/>
              <a:ext cx="4577208" cy="2762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 algn="ctr">
                <a:lnSpc>
                  <a:spcPct val="159888"/>
                </a:lnSpc>
              </a:pPr>
              <a:r>
                <a:rPr lang="en-US" altLang="ko-KR" sz="1800" dirty="0">
                  <a:solidFill>
                    <a:srgbClr val="353434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{{input2}}</a:t>
              </a:r>
              <a:endParaRPr sz="1800" dirty="0">
                <a:solidFill>
                  <a:srgbClr val="35343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7F3FBB6F-F8DB-C787-3160-FBDF68E47DDC}"/>
                </a:ext>
              </a:extLst>
            </p:cNvPr>
            <p:cNvGrpSpPr/>
            <p:nvPr/>
          </p:nvGrpSpPr>
          <p:grpSpPr>
            <a:xfrm>
              <a:off x="748159" y="3619754"/>
              <a:ext cx="2978204" cy="470759"/>
              <a:chOff x="736548" y="2046256"/>
              <a:chExt cx="2978204" cy="470759"/>
            </a:xfrm>
          </p:grpSpPr>
          <p:grpSp>
            <p:nvGrpSpPr>
              <p:cNvPr id="56" name="Group 12">
                <a:extLst>
                  <a:ext uri="{FF2B5EF4-FFF2-40B4-BE49-F238E27FC236}">
                    <a16:creationId xmlns:a16="http://schemas.microsoft.com/office/drawing/2014/main" id="{D23E7278-0BF6-D88A-9C5D-EBF9F4C4E8EB}"/>
                  </a:ext>
                </a:extLst>
              </p:cNvPr>
              <p:cNvGrpSpPr/>
              <p:nvPr/>
            </p:nvGrpSpPr>
            <p:grpSpPr>
              <a:xfrm>
                <a:off x="736548" y="2191771"/>
                <a:ext cx="2205071" cy="324791"/>
                <a:chOff x="0" y="0"/>
                <a:chExt cx="975864" cy="158783"/>
              </a:xfrm>
            </p:grpSpPr>
            <p:sp>
              <p:nvSpPr>
                <p:cNvPr id="65" name="Freeform 13">
                  <a:extLst>
                    <a:ext uri="{FF2B5EF4-FFF2-40B4-BE49-F238E27FC236}">
                      <a16:creationId xmlns:a16="http://schemas.microsoft.com/office/drawing/2014/main" id="{2B67A024-E22B-4002-CAD0-27051316B17D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975864" cy="1587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5864" h="158783">
                      <a:moveTo>
                        <a:pt x="0" y="0"/>
                      </a:moveTo>
                      <a:lnTo>
                        <a:pt x="975864" y="0"/>
                      </a:lnTo>
                      <a:lnTo>
                        <a:pt x="975864" y="158783"/>
                      </a:lnTo>
                      <a:lnTo>
                        <a:pt x="0" y="158783"/>
                      </a:lnTo>
                      <a:close/>
                    </a:path>
                  </a:pathLst>
                </a:custGeom>
                <a:solidFill>
                  <a:srgbClr val="FF7900"/>
                </a:solidFill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66" name="TextBox 14">
                  <a:extLst>
                    <a:ext uri="{FF2B5EF4-FFF2-40B4-BE49-F238E27FC236}">
                      <a16:creationId xmlns:a16="http://schemas.microsoft.com/office/drawing/2014/main" id="{3D480803-9F08-317D-CCF9-D27612321A8D}"/>
                    </a:ext>
                  </a:extLst>
                </p:cNvPr>
                <p:cNvSpPr txBox="1"/>
                <p:nvPr/>
              </p:nvSpPr>
              <p:spPr>
                <a:xfrm>
                  <a:off x="0" y="-66675"/>
                  <a:ext cx="975864" cy="225458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100"/>
                    </a:lnSpc>
                  </a:pPr>
                  <a:endParaRPr/>
                </a:p>
              </p:txBody>
            </p:sp>
          </p:grpSp>
          <p:grpSp>
            <p:nvGrpSpPr>
              <p:cNvPr id="57" name="그룹 56">
                <a:extLst>
                  <a:ext uri="{FF2B5EF4-FFF2-40B4-BE49-F238E27FC236}">
                    <a16:creationId xmlns:a16="http://schemas.microsoft.com/office/drawing/2014/main" id="{8B048370-C7B1-CED6-C3A2-4F8459E2968B}"/>
                  </a:ext>
                </a:extLst>
              </p:cNvPr>
              <p:cNvGrpSpPr/>
              <p:nvPr/>
            </p:nvGrpSpPr>
            <p:grpSpPr>
              <a:xfrm>
                <a:off x="2403932" y="2046256"/>
                <a:ext cx="1310820" cy="470759"/>
                <a:chOff x="3462337" y="1946901"/>
                <a:chExt cx="1310820" cy="480128"/>
              </a:xfrm>
            </p:grpSpPr>
            <p:grpSp>
              <p:nvGrpSpPr>
                <p:cNvPr id="59" name="Group 18">
                  <a:extLst>
                    <a:ext uri="{FF2B5EF4-FFF2-40B4-BE49-F238E27FC236}">
                      <a16:creationId xmlns:a16="http://schemas.microsoft.com/office/drawing/2014/main" id="{E71311D3-4ECE-127E-DA4E-D98C3D6070A9}"/>
                    </a:ext>
                  </a:extLst>
                </p:cNvPr>
                <p:cNvGrpSpPr/>
                <p:nvPr/>
              </p:nvGrpSpPr>
              <p:grpSpPr>
                <a:xfrm>
                  <a:off x="3462337" y="1981414"/>
                  <a:ext cx="1113702" cy="440035"/>
                  <a:chOff x="0" y="-66675"/>
                  <a:chExt cx="958270" cy="283014"/>
                </a:xfrm>
              </p:grpSpPr>
              <p:sp>
                <p:nvSpPr>
                  <p:cNvPr id="63" name="Freeform 19">
                    <a:extLst>
                      <a:ext uri="{FF2B5EF4-FFF2-40B4-BE49-F238E27FC236}">
                        <a16:creationId xmlns:a16="http://schemas.microsoft.com/office/drawing/2014/main" id="{510FD4A3-ACD8-0803-D1BB-910942E69266}"/>
                      </a:ext>
                    </a:extLst>
                  </p:cNvPr>
                  <p:cNvSpPr/>
                  <p:nvPr/>
                </p:nvSpPr>
                <p:spPr>
                  <a:xfrm>
                    <a:off x="0" y="7445"/>
                    <a:ext cx="958270" cy="20889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8270" h="208894">
                        <a:moveTo>
                          <a:pt x="203200" y="0"/>
                        </a:moveTo>
                        <a:lnTo>
                          <a:pt x="958270" y="0"/>
                        </a:lnTo>
                        <a:lnTo>
                          <a:pt x="755070" y="208894"/>
                        </a:lnTo>
                        <a:lnTo>
                          <a:pt x="0" y="208894"/>
                        </a:lnTo>
                        <a:lnTo>
                          <a:pt x="203200" y="0"/>
                        </a:lnTo>
                        <a:close/>
                      </a:path>
                    </a:pathLst>
                  </a:custGeom>
                  <a:solidFill>
                    <a:srgbClr val="DD5E17"/>
                  </a:solidFill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64" name="TextBox 20">
                    <a:extLst>
                      <a:ext uri="{FF2B5EF4-FFF2-40B4-BE49-F238E27FC236}">
                        <a16:creationId xmlns:a16="http://schemas.microsoft.com/office/drawing/2014/main" id="{0BC2FBA1-89BA-D5D6-46E0-79F203B5B7A3}"/>
                      </a:ext>
                    </a:extLst>
                  </p:cNvPr>
                  <p:cNvSpPr txBox="1"/>
                  <p:nvPr/>
                </p:nvSpPr>
                <p:spPr>
                  <a:xfrm>
                    <a:off x="101600" y="-66675"/>
                    <a:ext cx="755070" cy="275569"/>
                  </a:xfrm>
                  <a:prstGeom prst="rect">
                    <a:avLst/>
                  </a:prstGeom>
                </p:spPr>
                <p:txBody>
                  <a:bodyPr lIns="50800" tIns="50800" rIns="50800" bIns="50800" rtlCol="0" anchor="ctr"/>
                  <a:lstStyle/>
                  <a:p>
                    <a:pPr algn="ctr">
                      <a:lnSpc>
                        <a:spcPts val="2100"/>
                      </a:lnSpc>
                    </a:pPr>
                    <a:endParaRPr/>
                  </a:p>
                </p:txBody>
              </p:sp>
            </p:grpSp>
            <p:grpSp>
              <p:nvGrpSpPr>
                <p:cNvPr id="60" name="Group 21">
                  <a:extLst>
                    <a:ext uri="{FF2B5EF4-FFF2-40B4-BE49-F238E27FC236}">
                      <a16:creationId xmlns:a16="http://schemas.microsoft.com/office/drawing/2014/main" id="{B8C3807E-7379-AA84-C99C-469237798BBD}"/>
                    </a:ext>
                  </a:extLst>
                </p:cNvPr>
                <p:cNvGrpSpPr/>
                <p:nvPr/>
              </p:nvGrpSpPr>
              <p:grpSpPr>
                <a:xfrm>
                  <a:off x="3802249" y="1946901"/>
                  <a:ext cx="970908" cy="480128"/>
                  <a:chOff x="0" y="-66675"/>
                  <a:chExt cx="635000" cy="234723"/>
                </a:xfrm>
              </p:grpSpPr>
              <p:sp>
                <p:nvSpPr>
                  <p:cNvPr id="61" name="Freeform 22">
                    <a:extLst>
                      <a:ext uri="{FF2B5EF4-FFF2-40B4-BE49-F238E27FC236}">
                        <a16:creationId xmlns:a16="http://schemas.microsoft.com/office/drawing/2014/main" id="{3946E7F4-58BB-ADAA-70F0-F10D97785671}"/>
                      </a:ext>
                    </a:extLst>
                  </p:cNvPr>
                  <p:cNvSpPr/>
                  <p:nvPr/>
                </p:nvSpPr>
                <p:spPr>
                  <a:xfrm>
                    <a:off x="0" y="5880"/>
                    <a:ext cx="635000" cy="1621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000" h="158783">
                        <a:moveTo>
                          <a:pt x="0" y="0"/>
                        </a:moveTo>
                        <a:lnTo>
                          <a:pt x="635000" y="0"/>
                        </a:lnTo>
                        <a:lnTo>
                          <a:pt x="635000" y="158783"/>
                        </a:lnTo>
                        <a:lnTo>
                          <a:pt x="0" y="158783"/>
                        </a:lnTo>
                        <a:close/>
                      </a:path>
                    </a:pathLst>
                  </a:custGeom>
                  <a:solidFill>
                    <a:srgbClr val="DD5E17"/>
                  </a:solidFill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  <p:sp>
                <p:nvSpPr>
                  <p:cNvPr id="62" name="TextBox 23">
                    <a:extLst>
                      <a:ext uri="{FF2B5EF4-FFF2-40B4-BE49-F238E27FC236}">
                        <a16:creationId xmlns:a16="http://schemas.microsoft.com/office/drawing/2014/main" id="{C575A9A1-7833-0EFA-ECAC-814E4CDFA151}"/>
                      </a:ext>
                    </a:extLst>
                  </p:cNvPr>
                  <p:cNvSpPr txBox="1"/>
                  <p:nvPr/>
                </p:nvSpPr>
                <p:spPr>
                  <a:xfrm>
                    <a:off x="0" y="-66675"/>
                    <a:ext cx="635000" cy="225458"/>
                  </a:xfrm>
                  <a:prstGeom prst="rect">
                    <a:avLst/>
                  </a:prstGeom>
                </p:spPr>
                <p:txBody>
                  <a:bodyPr lIns="50800" tIns="50800" rIns="50800" bIns="50800" rtlCol="0" anchor="ctr"/>
                  <a:lstStyle/>
                  <a:p>
                    <a:pPr algn="ctr">
                      <a:lnSpc>
                        <a:spcPts val="2100"/>
                      </a:lnSpc>
                    </a:pPr>
                    <a:endParaRPr/>
                  </a:p>
                </p:txBody>
              </p:sp>
            </p:grpSp>
          </p:grpSp>
          <p:sp>
            <p:nvSpPr>
              <p:cNvPr id="58" name="Google Shape;231;p23">
                <a:extLst>
                  <a:ext uri="{FF2B5EF4-FFF2-40B4-BE49-F238E27FC236}">
                    <a16:creationId xmlns:a16="http://schemas.microsoft.com/office/drawing/2014/main" id="{4D0E52DE-E19C-D7E9-8FFE-6D39DB895B30}"/>
                  </a:ext>
                </a:extLst>
              </p:cNvPr>
              <p:cNvSpPr txBox="1"/>
              <p:nvPr/>
            </p:nvSpPr>
            <p:spPr>
              <a:xfrm>
                <a:off x="860751" y="2234614"/>
                <a:ext cx="1883093" cy="2301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altLang="en-US" sz="1600" dirty="0">
                    <a:solidFill>
                      <a:schemeClr val="bg1"/>
                    </a:solidFill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기획 배경 및 페인 포인트</a:t>
                </a:r>
                <a:endParaRPr sz="1600" dirty="0">
                  <a:solidFill>
                    <a:schemeClr val="bg1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endParaRPr>
              </a:p>
            </p:txBody>
          </p:sp>
        </p:grpSp>
        <p:sp>
          <p:nvSpPr>
            <p:cNvPr id="54" name="사각형: 둥근 모서리 53">
              <a:extLst>
                <a:ext uri="{FF2B5EF4-FFF2-40B4-BE49-F238E27FC236}">
                  <a16:creationId xmlns:a16="http://schemas.microsoft.com/office/drawing/2014/main" id="{64AB5481-658B-C1BA-2A21-A824BF67FCC9}"/>
                </a:ext>
              </a:extLst>
            </p:cNvPr>
            <p:cNvSpPr/>
            <p:nvPr/>
          </p:nvSpPr>
          <p:spPr>
            <a:xfrm>
              <a:off x="736548" y="4226444"/>
              <a:ext cx="4908782" cy="636944"/>
            </a:xfrm>
            <a:prstGeom prst="roundRect">
              <a:avLst>
                <a:gd name="adj" fmla="val 5989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" name="Google Shape;237;p23">
              <a:extLst>
                <a:ext uri="{FF2B5EF4-FFF2-40B4-BE49-F238E27FC236}">
                  <a16:creationId xmlns:a16="http://schemas.microsoft.com/office/drawing/2014/main" id="{494AE8F2-DC47-8B5A-1630-5A7D14605B22}"/>
                </a:ext>
              </a:extLst>
            </p:cNvPr>
            <p:cNvSpPr txBox="1"/>
            <p:nvPr/>
          </p:nvSpPr>
          <p:spPr>
            <a:xfrm>
              <a:off x="940694" y="4283231"/>
              <a:ext cx="4577208" cy="2762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 algn="ctr">
                <a:lnSpc>
                  <a:spcPct val="159888"/>
                </a:lnSpc>
              </a:pPr>
              <a:r>
                <a:rPr lang="en-US" altLang="ko-KR" sz="1800" dirty="0">
                  <a:solidFill>
                    <a:srgbClr val="353434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{{input3}}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40">
          <a:extLst>
            <a:ext uri="{FF2B5EF4-FFF2-40B4-BE49-F238E27FC236}">
              <a16:creationId xmlns:a16="http://schemas.microsoft.com/office/drawing/2014/main" id="{6310BA72-0A22-B630-4695-7111C10AC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94;p14" descr="image.png">
            <a:extLst>
              <a:ext uri="{FF2B5EF4-FFF2-40B4-BE49-F238E27FC236}">
                <a16:creationId xmlns:a16="http://schemas.microsoft.com/office/drawing/2014/main" id="{08208A0C-9A40-4315-9870-4F57F461491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10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" name="그룹 39">
            <a:extLst>
              <a:ext uri="{FF2B5EF4-FFF2-40B4-BE49-F238E27FC236}">
                <a16:creationId xmlns:a16="http://schemas.microsoft.com/office/drawing/2014/main" id="{945728BB-CE8D-3F13-125B-52DCB4935A12}"/>
              </a:ext>
            </a:extLst>
          </p:cNvPr>
          <p:cNvGrpSpPr/>
          <p:nvPr/>
        </p:nvGrpSpPr>
        <p:grpSpPr>
          <a:xfrm>
            <a:off x="2762682" y="2463244"/>
            <a:ext cx="6666636" cy="1950609"/>
            <a:chOff x="3361134" y="2938488"/>
            <a:chExt cx="5469582" cy="1199358"/>
          </a:xfrm>
        </p:grpSpPr>
        <p:sp>
          <p:nvSpPr>
            <p:cNvPr id="143" name="Google Shape;143;p17">
              <a:extLst>
                <a:ext uri="{FF2B5EF4-FFF2-40B4-BE49-F238E27FC236}">
                  <a16:creationId xmlns:a16="http://schemas.microsoft.com/office/drawing/2014/main" id="{EFC5FCFB-96A4-6584-77E0-842E055D856A}"/>
                </a:ext>
              </a:extLst>
            </p:cNvPr>
            <p:cNvSpPr txBox="1"/>
            <p:nvPr/>
          </p:nvSpPr>
          <p:spPr>
            <a:xfrm>
              <a:off x="3726508" y="3171965"/>
              <a:ext cx="4738835" cy="5487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800" b="1" i="0" u="none" strike="noStrike" cap="none" dirty="0">
                  <a:solidFill>
                    <a:srgbClr val="1E293B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CHAPTER 02</a:t>
              </a:r>
              <a:endParaRPr sz="5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35" name="Google Shape;85;p13">
              <a:extLst>
                <a:ext uri="{FF2B5EF4-FFF2-40B4-BE49-F238E27FC236}">
                  <a16:creationId xmlns:a16="http://schemas.microsoft.com/office/drawing/2014/main" id="{729BAC75-D5CE-60A8-6B46-FFE0ACE1B997}"/>
                </a:ext>
              </a:extLst>
            </p:cNvPr>
            <p:cNvSpPr txBox="1"/>
            <p:nvPr/>
          </p:nvSpPr>
          <p:spPr>
            <a:xfrm>
              <a:off x="3361134" y="3740441"/>
              <a:ext cx="5469582" cy="3974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 algn="ctr">
                <a:lnSpc>
                  <a:spcPct val="150000"/>
                </a:lnSpc>
              </a:pPr>
              <a:r>
                <a:rPr lang="ko-KR" altLang="en-US" sz="2800" b="1" dirty="0">
                  <a:solidFill>
                    <a:srgbClr val="F54214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주요 시연 및 출력 성과</a:t>
              </a:r>
            </a:p>
          </p:txBody>
        </p:sp>
        <p:sp>
          <p:nvSpPr>
            <p:cNvPr id="37" name="Freeform 19">
              <a:extLst>
                <a:ext uri="{FF2B5EF4-FFF2-40B4-BE49-F238E27FC236}">
                  <a16:creationId xmlns:a16="http://schemas.microsoft.com/office/drawing/2014/main" id="{A0D51E51-9227-7AF5-D325-B7A52216A6C5}"/>
                </a:ext>
              </a:extLst>
            </p:cNvPr>
            <p:cNvSpPr/>
            <p:nvPr/>
          </p:nvSpPr>
          <p:spPr>
            <a:xfrm flipV="1">
              <a:off x="5757373" y="2938488"/>
              <a:ext cx="677254" cy="45719"/>
            </a:xfrm>
            <a:custGeom>
              <a:avLst/>
              <a:gdLst/>
              <a:ahLst/>
              <a:cxnLst/>
              <a:rect l="l" t="t" r="r" b="b"/>
              <a:pathLst>
                <a:path w="18288000" h="435471">
                  <a:moveTo>
                    <a:pt x="0" y="0"/>
                  </a:moveTo>
                  <a:lnTo>
                    <a:pt x="18288000" y="0"/>
                  </a:lnTo>
                  <a:lnTo>
                    <a:pt x="18288000" y="435471"/>
                  </a:lnTo>
                  <a:lnTo>
                    <a:pt x="0" y="4354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525" b="-5814740"/>
              </a:stretch>
            </a:blipFill>
          </p:spPr>
          <p:txBody>
            <a:bodyPr/>
            <a:lstStyle/>
            <a:p>
              <a:endPara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539129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94;p14" descr="image.png">
            <a:extLst>
              <a:ext uri="{FF2B5EF4-FFF2-40B4-BE49-F238E27FC236}">
                <a16:creationId xmlns:a16="http://schemas.microsoft.com/office/drawing/2014/main" id="{65ACE253-2178-1648-7123-712B8573E27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10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43F30143-1FC8-6E53-BA2F-9378EC44EA01}"/>
              </a:ext>
            </a:extLst>
          </p:cNvPr>
          <p:cNvSpPr/>
          <p:nvPr/>
        </p:nvSpPr>
        <p:spPr>
          <a:xfrm>
            <a:off x="6403861" y="1811371"/>
            <a:ext cx="4908782" cy="3617516"/>
          </a:xfrm>
          <a:prstGeom prst="roundRect">
            <a:avLst>
              <a:gd name="adj" fmla="val 598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2" name="Google Shape;202;p21"/>
          <p:cNvSpPr txBox="1"/>
          <p:nvPr/>
        </p:nvSpPr>
        <p:spPr>
          <a:xfrm>
            <a:off x="819150" y="2002018"/>
            <a:ext cx="5400675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100" b="1" i="0" u="none" strike="noStrike" cap="none" dirty="0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대화</a:t>
            </a:r>
            <a:r>
              <a:rPr lang="en-US" altLang="ko-KR" sz="2100" b="1" i="0" u="none" strike="noStrike" cap="none" dirty="0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/</a:t>
            </a:r>
            <a:r>
              <a:rPr lang="ko-KR" altLang="en-US" sz="2100" b="1" i="0" u="none" strike="noStrike" cap="none" dirty="0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작업 예시 </a:t>
            </a:r>
            <a:r>
              <a:rPr lang="en-US" altLang="ko-KR" sz="2100" b="1" i="0" u="none" strike="noStrike" cap="none" dirty="0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&amp; </a:t>
            </a:r>
            <a:r>
              <a:rPr lang="ko-KR" altLang="en-US" sz="2100" b="1" i="0" u="none" strike="noStrike" cap="none" dirty="0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출력</a:t>
            </a:r>
            <a:endParaRPr sz="2100" dirty="0"/>
          </a:p>
        </p:txBody>
      </p:sp>
      <p:sp>
        <p:nvSpPr>
          <p:cNvPr id="203" name="Google Shape;203;p21"/>
          <p:cNvSpPr txBox="1"/>
          <p:nvPr/>
        </p:nvSpPr>
        <p:spPr>
          <a:xfrm>
            <a:off x="819150" y="2326213"/>
            <a:ext cx="51435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9888"/>
              </a:lnSpc>
            </a:pPr>
            <a:r>
              <a:rPr lang="en-US" altLang="ko-KR" sz="1800" dirty="0">
                <a:solidFill>
                  <a:srgbClr val="35343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대상자 검색 후 스킬 프로필과 평가 이력을 즉시 확인
단계별 평가와 확정을 거쳐 결과가 반영되는 흐름 시연
대시보드에서 진행률, 분포, 리스크를 함께 확인</a:t>
            </a:r>
          </a:p>
        </p:txBody>
      </p:sp>
      <p:sp>
        <p:nvSpPr>
          <p:cNvPr id="213" name="Google Shape;213;p21"/>
          <p:cNvSpPr txBox="1"/>
          <p:nvPr/>
        </p:nvSpPr>
        <p:spPr>
          <a:xfrm>
            <a:off x="962025" y="594156"/>
            <a:ext cx="8216265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50" b="1" dirty="0">
                <a:solidFill>
                  <a:srgbClr val="1E293B"/>
                </a:solidFill>
                <a:latin typeface="Noto Sans KR"/>
                <a:ea typeface="Noto Sans KR"/>
                <a:sym typeface="Noto Sans KR"/>
              </a:rPr>
              <a:t>주요 시연 및 출력 성과 </a:t>
            </a:r>
            <a:endParaRPr dirty="0"/>
          </a:p>
        </p:txBody>
      </p:sp>
      <p:sp>
        <p:nvSpPr>
          <p:cNvPr id="214" name="Google Shape;214;p21"/>
          <p:cNvSpPr/>
          <p:nvPr/>
        </p:nvSpPr>
        <p:spPr>
          <a:xfrm>
            <a:off x="762000" y="571500"/>
            <a:ext cx="57150" cy="438150"/>
          </a:xfrm>
          <a:prstGeom prst="rect">
            <a:avLst/>
          </a:prstGeom>
          <a:solidFill>
            <a:srgbClr val="E6002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203;p21">
            <a:extLst>
              <a:ext uri="{FF2B5EF4-FFF2-40B4-BE49-F238E27FC236}">
                <a16:creationId xmlns:a16="http://schemas.microsoft.com/office/drawing/2014/main" id="{10E65D42-DAC0-0766-9BE2-DFEFE6DB13FB}"/>
              </a:ext>
            </a:extLst>
          </p:cNvPr>
          <p:cNvSpPr txBox="1"/>
          <p:nvPr/>
        </p:nvSpPr>
        <p:spPr>
          <a:xfrm>
            <a:off x="6430565" y="3447774"/>
            <a:ext cx="514350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60000"/>
              </a:lnSpc>
            </a:pPr>
            <a:r>
              <a:rPr lang="en-US" altLang="ko-KR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(</a:t>
            </a:r>
            <a:r>
              <a:rPr lang="ko-KR" altLang="en-US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사진을 첨부해 주셔도 좋습니다</a:t>
            </a:r>
            <a:r>
              <a:rPr lang="en-US" altLang="ko-KR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)</a:t>
            </a:r>
            <a:endParaRPr lang="ko-KR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94;p14" descr="image.png">
            <a:extLst>
              <a:ext uri="{FF2B5EF4-FFF2-40B4-BE49-F238E27FC236}">
                <a16:creationId xmlns:a16="http://schemas.microsoft.com/office/drawing/2014/main" id="{C68DD1D8-EFA8-5CD1-1CCE-DE1DDE24056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10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" name="그룹 39">
            <a:extLst>
              <a:ext uri="{FF2B5EF4-FFF2-40B4-BE49-F238E27FC236}">
                <a16:creationId xmlns:a16="http://schemas.microsoft.com/office/drawing/2014/main" id="{2A0FD1A7-30E6-687E-3B6E-37EBBC741BA9}"/>
              </a:ext>
            </a:extLst>
          </p:cNvPr>
          <p:cNvGrpSpPr/>
          <p:nvPr/>
        </p:nvGrpSpPr>
        <p:grpSpPr>
          <a:xfrm>
            <a:off x="2762682" y="2463244"/>
            <a:ext cx="6666636" cy="1950609"/>
            <a:chOff x="3361134" y="2938488"/>
            <a:chExt cx="5469582" cy="1199358"/>
          </a:xfrm>
        </p:grpSpPr>
        <p:sp>
          <p:nvSpPr>
            <p:cNvPr id="143" name="Google Shape;143;p17"/>
            <p:cNvSpPr txBox="1"/>
            <p:nvPr/>
          </p:nvSpPr>
          <p:spPr>
            <a:xfrm>
              <a:off x="3726508" y="3171965"/>
              <a:ext cx="4738835" cy="5487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800" b="1" i="0" u="none" strike="noStrike" cap="none" dirty="0">
                  <a:solidFill>
                    <a:srgbClr val="1E293B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CHAPTER 03</a:t>
              </a:r>
              <a:endParaRPr sz="5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35" name="Google Shape;85;p13">
              <a:extLst>
                <a:ext uri="{FF2B5EF4-FFF2-40B4-BE49-F238E27FC236}">
                  <a16:creationId xmlns:a16="http://schemas.microsoft.com/office/drawing/2014/main" id="{84B0B5EA-B1D3-C58C-BD57-BB7E64ABF8E9}"/>
                </a:ext>
              </a:extLst>
            </p:cNvPr>
            <p:cNvSpPr txBox="1"/>
            <p:nvPr/>
          </p:nvSpPr>
          <p:spPr>
            <a:xfrm>
              <a:off x="3361134" y="3740441"/>
              <a:ext cx="5469582" cy="3974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2800" b="1" dirty="0">
                  <a:solidFill>
                    <a:srgbClr val="F54214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기능</a:t>
              </a:r>
              <a:r>
                <a:rPr lang="en-US" altLang="ko-KR" sz="2800" b="1" dirty="0">
                  <a:solidFill>
                    <a:srgbClr val="F54214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(</a:t>
              </a:r>
              <a:r>
                <a:rPr lang="ko-KR" altLang="en-US" sz="2800" b="1" dirty="0">
                  <a:solidFill>
                    <a:srgbClr val="F54214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프로세스</a:t>
              </a:r>
              <a:r>
                <a:rPr lang="en-US" altLang="ko-KR" sz="2800" b="1" dirty="0">
                  <a:solidFill>
                    <a:srgbClr val="F54214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) &amp;</a:t>
              </a:r>
              <a:r>
                <a:rPr lang="ko-KR" altLang="en-US" sz="2800" b="1" dirty="0">
                  <a:solidFill>
                    <a:srgbClr val="F54214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성능 </a:t>
              </a:r>
              <a:r>
                <a:rPr lang="en-US" altLang="ko-KR" sz="2800" b="1" dirty="0">
                  <a:solidFill>
                    <a:srgbClr val="F54214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/</a:t>
              </a:r>
              <a:r>
                <a:rPr lang="ko-KR" altLang="en-US" sz="2800" b="1" dirty="0">
                  <a:solidFill>
                    <a:srgbClr val="F54214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업무적합성</a:t>
              </a:r>
              <a:endParaRPr sz="2800" b="1" dirty="0">
                <a:solidFill>
                  <a:srgbClr val="F5421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37" name="Freeform 19">
              <a:extLst>
                <a:ext uri="{FF2B5EF4-FFF2-40B4-BE49-F238E27FC236}">
                  <a16:creationId xmlns:a16="http://schemas.microsoft.com/office/drawing/2014/main" id="{2800CDF7-8B16-5C0E-D60B-056B4941D221}"/>
                </a:ext>
              </a:extLst>
            </p:cNvPr>
            <p:cNvSpPr/>
            <p:nvPr/>
          </p:nvSpPr>
          <p:spPr>
            <a:xfrm flipV="1">
              <a:off x="5757373" y="2938488"/>
              <a:ext cx="677254" cy="45719"/>
            </a:xfrm>
            <a:custGeom>
              <a:avLst/>
              <a:gdLst/>
              <a:ahLst/>
              <a:cxnLst/>
              <a:rect l="l" t="t" r="r" b="b"/>
              <a:pathLst>
                <a:path w="18288000" h="435471">
                  <a:moveTo>
                    <a:pt x="0" y="0"/>
                  </a:moveTo>
                  <a:lnTo>
                    <a:pt x="18288000" y="0"/>
                  </a:lnTo>
                  <a:lnTo>
                    <a:pt x="18288000" y="435471"/>
                  </a:lnTo>
                  <a:lnTo>
                    <a:pt x="0" y="4354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525" b="-5814740"/>
              </a:stretch>
            </a:blipFill>
          </p:spPr>
          <p:txBody>
            <a:bodyPr/>
            <a:lstStyle/>
            <a:p>
              <a:endPara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48">
          <a:extLst>
            <a:ext uri="{FF2B5EF4-FFF2-40B4-BE49-F238E27FC236}">
              <a16:creationId xmlns:a16="http://schemas.microsoft.com/office/drawing/2014/main" id="{243E178E-47FB-A2BB-DFEB-9DEF1EA67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94;p14" descr="image.png">
            <a:extLst>
              <a:ext uri="{FF2B5EF4-FFF2-40B4-BE49-F238E27FC236}">
                <a16:creationId xmlns:a16="http://schemas.microsoft.com/office/drawing/2014/main" id="{DA91E16B-E2C0-4B74-B96D-D0573D10DF8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10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8">
            <a:extLst>
              <a:ext uri="{FF2B5EF4-FFF2-40B4-BE49-F238E27FC236}">
                <a16:creationId xmlns:a16="http://schemas.microsoft.com/office/drawing/2014/main" id="{1310A66F-ED98-8CAA-55A3-5C31E266F537}"/>
              </a:ext>
            </a:extLst>
          </p:cNvPr>
          <p:cNvSpPr txBox="1"/>
          <p:nvPr/>
        </p:nvSpPr>
        <p:spPr>
          <a:xfrm>
            <a:off x="935355" y="586740"/>
            <a:ext cx="8441221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50" b="1" dirty="0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기능</a:t>
            </a:r>
            <a:r>
              <a:rPr lang="en-US" altLang="ko-KR" sz="2550" b="1" dirty="0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(</a:t>
            </a:r>
            <a:r>
              <a:rPr lang="ko-KR" altLang="en-US" sz="2550" b="1" dirty="0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프로세스</a:t>
            </a:r>
            <a:r>
              <a:rPr lang="en-US" altLang="ko-KR" sz="2550" b="1" dirty="0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) &amp; </a:t>
            </a:r>
            <a:r>
              <a:rPr lang="ko-KR" altLang="en-US" sz="2550" b="1" dirty="0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성능 </a:t>
            </a:r>
            <a:r>
              <a:rPr lang="en-US" altLang="ko-KR" sz="2550" b="1" dirty="0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/</a:t>
            </a:r>
            <a:r>
              <a:rPr lang="ko-KR" altLang="en-US" sz="2550" b="1" dirty="0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 업무적합성</a:t>
            </a:r>
          </a:p>
        </p:txBody>
      </p:sp>
      <p:sp>
        <p:nvSpPr>
          <p:cNvPr id="164" name="Google Shape;164;p18">
            <a:extLst>
              <a:ext uri="{FF2B5EF4-FFF2-40B4-BE49-F238E27FC236}">
                <a16:creationId xmlns:a16="http://schemas.microsoft.com/office/drawing/2014/main" id="{BFDB05ED-7C86-B23E-8B62-6D021F6244FD}"/>
              </a:ext>
            </a:extLst>
          </p:cNvPr>
          <p:cNvSpPr/>
          <p:nvPr/>
        </p:nvSpPr>
        <p:spPr>
          <a:xfrm>
            <a:off x="762000" y="571500"/>
            <a:ext cx="57150" cy="438150"/>
          </a:xfrm>
          <a:prstGeom prst="rect">
            <a:avLst/>
          </a:prstGeom>
          <a:solidFill>
            <a:srgbClr val="E6002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919EDABB-68FF-4B6C-20FE-443AD4C50EF6}"/>
              </a:ext>
            </a:extLst>
          </p:cNvPr>
          <p:cNvGrpSpPr/>
          <p:nvPr/>
        </p:nvGrpSpPr>
        <p:grpSpPr>
          <a:xfrm>
            <a:off x="819150" y="1596392"/>
            <a:ext cx="7951224" cy="4365981"/>
            <a:chOff x="819150" y="1731858"/>
            <a:chExt cx="6611332" cy="3758219"/>
          </a:xfrm>
        </p:grpSpPr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BC3817A6-B8AD-448E-7987-69E24793D20D}"/>
                </a:ext>
              </a:extLst>
            </p:cNvPr>
            <p:cNvGrpSpPr/>
            <p:nvPr/>
          </p:nvGrpSpPr>
          <p:grpSpPr>
            <a:xfrm>
              <a:off x="819150" y="1731858"/>
              <a:ext cx="4072890" cy="624586"/>
              <a:chOff x="736548" y="2046259"/>
              <a:chExt cx="3477620" cy="474150"/>
            </a:xfrm>
          </p:grpSpPr>
          <p:grpSp>
            <p:nvGrpSpPr>
              <p:cNvPr id="29" name="Group 12">
                <a:extLst>
                  <a:ext uri="{FF2B5EF4-FFF2-40B4-BE49-F238E27FC236}">
                    <a16:creationId xmlns:a16="http://schemas.microsoft.com/office/drawing/2014/main" id="{CBB59C8D-4696-D220-2E74-E3FE789FC348}"/>
                  </a:ext>
                </a:extLst>
              </p:cNvPr>
              <p:cNvGrpSpPr/>
              <p:nvPr/>
            </p:nvGrpSpPr>
            <p:grpSpPr>
              <a:xfrm>
                <a:off x="736548" y="2191771"/>
                <a:ext cx="2205071" cy="324791"/>
                <a:chOff x="0" y="0"/>
                <a:chExt cx="975864" cy="158783"/>
              </a:xfrm>
            </p:grpSpPr>
            <p:sp>
              <p:nvSpPr>
                <p:cNvPr id="38" name="Freeform 13">
                  <a:extLst>
                    <a:ext uri="{FF2B5EF4-FFF2-40B4-BE49-F238E27FC236}">
                      <a16:creationId xmlns:a16="http://schemas.microsoft.com/office/drawing/2014/main" id="{C1C92F53-47E9-40C5-99C2-A31B430760D3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975864" cy="1587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5864" h="158783">
                      <a:moveTo>
                        <a:pt x="0" y="0"/>
                      </a:moveTo>
                      <a:lnTo>
                        <a:pt x="975864" y="0"/>
                      </a:lnTo>
                      <a:lnTo>
                        <a:pt x="975864" y="158783"/>
                      </a:lnTo>
                      <a:lnTo>
                        <a:pt x="0" y="158783"/>
                      </a:lnTo>
                      <a:close/>
                    </a:path>
                  </a:pathLst>
                </a:custGeom>
                <a:solidFill>
                  <a:srgbClr val="FF7900"/>
                </a:solidFill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39" name="TextBox 14">
                  <a:extLst>
                    <a:ext uri="{FF2B5EF4-FFF2-40B4-BE49-F238E27FC236}">
                      <a16:creationId xmlns:a16="http://schemas.microsoft.com/office/drawing/2014/main" id="{77693031-B47E-CBD7-0D3F-490FAD2EDA65}"/>
                    </a:ext>
                  </a:extLst>
                </p:cNvPr>
                <p:cNvSpPr txBox="1"/>
                <p:nvPr/>
              </p:nvSpPr>
              <p:spPr>
                <a:xfrm>
                  <a:off x="0" y="-66675"/>
                  <a:ext cx="975864" cy="225458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100"/>
                    </a:lnSpc>
                  </a:pPr>
                  <a:endParaRPr/>
                </a:p>
              </p:txBody>
            </p:sp>
          </p:grpSp>
          <p:grpSp>
            <p:nvGrpSpPr>
              <p:cNvPr id="30" name="그룹 29">
                <a:extLst>
                  <a:ext uri="{FF2B5EF4-FFF2-40B4-BE49-F238E27FC236}">
                    <a16:creationId xmlns:a16="http://schemas.microsoft.com/office/drawing/2014/main" id="{29C6244E-A31E-3CCD-FA66-51994EA97C2F}"/>
                  </a:ext>
                </a:extLst>
              </p:cNvPr>
              <p:cNvGrpSpPr/>
              <p:nvPr/>
            </p:nvGrpSpPr>
            <p:grpSpPr>
              <a:xfrm>
                <a:off x="2403932" y="2046259"/>
                <a:ext cx="1310820" cy="474150"/>
                <a:chOff x="3462337" y="1946901"/>
                <a:chExt cx="1310820" cy="483586"/>
              </a:xfrm>
            </p:grpSpPr>
            <p:grpSp>
              <p:nvGrpSpPr>
                <p:cNvPr id="32" name="Group 18">
                  <a:extLst>
                    <a:ext uri="{FF2B5EF4-FFF2-40B4-BE49-F238E27FC236}">
                      <a16:creationId xmlns:a16="http://schemas.microsoft.com/office/drawing/2014/main" id="{66E4C0E7-0959-A373-4A33-B2463E253767}"/>
                    </a:ext>
                  </a:extLst>
                </p:cNvPr>
                <p:cNvGrpSpPr/>
                <p:nvPr/>
              </p:nvGrpSpPr>
              <p:grpSpPr>
                <a:xfrm>
                  <a:off x="3462337" y="1981414"/>
                  <a:ext cx="1113702" cy="440035"/>
                  <a:chOff x="0" y="-66675"/>
                  <a:chExt cx="958270" cy="283014"/>
                </a:xfrm>
              </p:grpSpPr>
              <p:sp>
                <p:nvSpPr>
                  <p:cNvPr id="36" name="Freeform 19">
                    <a:extLst>
                      <a:ext uri="{FF2B5EF4-FFF2-40B4-BE49-F238E27FC236}">
                        <a16:creationId xmlns:a16="http://schemas.microsoft.com/office/drawing/2014/main" id="{65590976-3F22-1DA3-5C12-C92F66A96D18}"/>
                      </a:ext>
                    </a:extLst>
                  </p:cNvPr>
                  <p:cNvSpPr/>
                  <p:nvPr/>
                </p:nvSpPr>
                <p:spPr>
                  <a:xfrm>
                    <a:off x="0" y="7445"/>
                    <a:ext cx="958270" cy="20889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8270" h="208894">
                        <a:moveTo>
                          <a:pt x="203200" y="0"/>
                        </a:moveTo>
                        <a:lnTo>
                          <a:pt x="958270" y="0"/>
                        </a:lnTo>
                        <a:lnTo>
                          <a:pt x="755070" y="208894"/>
                        </a:lnTo>
                        <a:lnTo>
                          <a:pt x="0" y="208894"/>
                        </a:lnTo>
                        <a:lnTo>
                          <a:pt x="203200" y="0"/>
                        </a:lnTo>
                        <a:close/>
                      </a:path>
                    </a:pathLst>
                  </a:custGeom>
                  <a:solidFill>
                    <a:srgbClr val="DD5E17"/>
                  </a:solidFill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37" name="TextBox 20">
                    <a:extLst>
                      <a:ext uri="{FF2B5EF4-FFF2-40B4-BE49-F238E27FC236}">
                        <a16:creationId xmlns:a16="http://schemas.microsoft.com/office/drawing/2014/main" id="{8EADDA34-15FF-AC5D-8D47-9DFB5C0B1CC7}"/>
                      </a:ext>
                    </a:extLst>
                  </p:cNvPr>
                  <p:cNvSpPr txBox="1"/>
                  <p:nvPr/>
                </p:nvSpPr>
                <p:spPr>
                  <a:xfrm>
                    <a:off x="101600" y="-66675"/>
                    <a:ext cx="755070" cy="275569"/>
                  </a:xfrm>
                  <a:prstGeom prst="rect">
                    <a:avLst/>
                  </a:prstGeom>
                </p:spPr>
                <p:txBody>
                  <a:bodyPr lIns="50800" tIns="50800" rIns="50800" bIns="50800" rtlCol="0" anchor="ctr"/>
                  <a:lstStyle/>
                  <a:p>
                    <a:pPr algn="ctr">
                      <a:lnSpc>
                        <a:spcPts val="2100"/>
                      </a:lnSpc>
                    </a:pPr>
                    <a:endParaRPr/>
                  </a:p>
                </p:txBody>
              </p:sp>
            </p:grpSp>
            <p:grpSp>
              <p:nvGrpSpPr>
                <p:cNvPr id="33" name="Group 21">
                  <a:extLst>
                    <a:ext uri="{FF2B5EF4-FFF2-40B4-BE49-F238E27FC236}">
                      <a16:creationId xmlns:a16="http://schemas.microsoft.com/office/drawing/2014/main" id="{8D21FD87-843E-BF0B-9A1E-1BE8C918E661}"/>
                    </a:ext>
                  </a:extLst>
                </p:cNvPr>
                <p:cNvGrpSpPr/>
                <p:nvPr/>
              </p:nvGrpSpPr>
              <p:grpSpPr>
                <a:xfrm>
                  <a:off x="3802249" y="1946901"/>
                  <a:ext cx="970908" cy="483586"/>
                  <a:chOff x="0" y="-66675"/>
                  <a:chExt cx="635000" cy="236414"/>
                </a:xfrm>
              </p:grpSpPr>
              <p:sp>
                <p:nvSpPr>
                  <p:cNvPr id="34" name="Freeform 22">
                    <a:extLst>
                      <a:ext uri="{FF2B5EF4-FFF2-40B4-BE49-F238E27FC236}">
                        <a16:creationId xmlns:a16="http://schemas.microsoft.com/office/drawing/2014/main" id="{EAB082FD-C244-B158-3005-41FCAC130457}"/>
                      </a:ext>
                    </a:extLst>
                  </p:cNvPr>
                  <p:cNvSpPr/>
                  <p:nvPr/>
                </p:nvSpPr>
                <p:spPr>
                  <a:xfrm>
                    <a:off x="0" y="6230"/>
                    <a:ext cx="635000" cy="1635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000" h="158783">
                        <a:moveTo>
                          <a:pt x="0" y="0"/>
                        </a:moveTo>
                        <a:lnTo>
                          <a:pt x="635000" y="0"/>
                        </a:lnTo>
                        <a:lnTo>
                          <a:pt x="635000" y="158783"/>
                        </a:lnTo>
                        <a:lnTo>
                          <a:pt x="0" y="158783"/>
                        </a:lnTo>
                        <a:close/>
                      </a:path>
                    </a:pathLst>
                  </a:custGeom>
                  <a:solidFill>
                    <a:srgbClr val="DD5E17"/>
                  </a:solidFill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  <p:sp>
                <p:nvSpPr>
                  <p:cNvPr id="35" name="TextBox 23">
                    <a:extLst>
                      <a:ext uri="{FF2B5EF4-FFF2-40B4-BE49-F238E27FC236}">
                        <a16:creationId xmlns:a16="http://schemas.microsoft.com/office/drawing/2014/main" id="{DC7B5C81-E864-4657-1D6B-4F7B5B19676F}"/>
                      </a:ext>
                    </a:extLst>
                  </p:cNvPr>
                  <p:cNvSpPr txBox="1"/>
                  <p:nvPr/>
                </p:nvSpPr>
                <p:spPr>
                  <a:xfrm>
                    <a:off x="0" y="-66675"/>
                    <a:ext cx="635000" cy="225458"/>
                  </a:xfrm>
                  <a:prstGeom prst="rect">
                    <a:avLst/>
                  </a:prstGeom>
                </p:spPr>
                <p:txBody>
                  <a:bodyPr lIns="50800" tIns="50800" rIns="50800" bIns="50800" rtlCol="0" anchor="ctr"/>
                  <a:lstStyle/>
                  <a:p>
                    <a:pPr algn="ctr">
                      <a:lnSpc>
                        <a:spcPts val="2100"/>
                      </a:lnSpc>
                    </a:pPr>
                    <a:endParaRPr/>
                  </a:p>
                </p:txBody>
              </p:sp>
            </p:grpSp>
          </p:grpSp>
          <p:sp>
            <p:nvSpPr>
              <p:cNvPr id="31" name="Google Shape;231;p23">
                <a:extLst>
                  <a:ext uri="{FF2B5EF4-FFF2-40B4-BE49-F238E27FC236}">
                    <a16:creationId xmlns:a16="http://schemas.microsoft.com/office/drawing/2014/main" id="{A1272CD0-1E41-5797-83B2-B8AC0B3087CD}"/>
                  </a:ext>
                </a:extLst>
              </p:cNvPr>
              <p:cNvSpPr txBox="1"/>
              <p:nvPr/>
            </p:nvSpPr>
            <p:spPr>
              <a:xfrm>
                <a:off x="860751" y="2224782"/>
                <a:ext cx="3353417" cy="2453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altLang="en-US" sz="1600" dirty="0">
                    <a:solidFill>
                      <a:schemeClr val="bg1"/>
                    </a:solidFill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기능</a:t>
                </a:r>
                <a:r>
                  <a:rPr lang="en-US" altLang="ko-KR" sz="1600" dirty="0">
                    <a:solidFill>
                      <a:schemeClr val="bg1"/>
                    </a:solidFill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(</a:t>
                </a:r>
                <a:r>
                  <a:rPr lang="ko-KR" altLang="en-US" sz="1600" dirty="0">
                    <a:solidFill>
                      <a:schemeClr val="bg1"/>
                    </a:solidFill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프로세스</a:t>
                </a:r>
                <a:r>
                  <a:rPr lang="en-US" altLang="ko-KR" sz="1600" dirty="0">
                    <a:solidFill>
                      <a:schemeClr val="bg1"/>
                    </a:solidFill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) &amp; </a:t>
                </a:r>
                <a:r>
                  <a:rPr lang="ko-KR" altLang="en-US" sz="1600" dirty="0">
                    <a:solidFill>
                      <a:schemeClr val="bg1"/>
                    </a:solidFill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성능</a:t>
                </a:r>
                <a:endParaRPr sz="1600" dirty="0">
                  <a:solidFill>
                    <a:schemeClr val="bg1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endParaRPr>
              </a:p>
            </p:txBody>
          </p:sp>
        </p:grpSp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E696A043-F55B-554A-5A1E-879F7642B11E}"/>
                </a:ext>
              </a:extLst>
            </p:cNvPr>
            <p:cNvSpPr/>
            <p:nvPr/>
          </p:nvSpPr>
          <p:spPr>
            <a:xfrm>
              <a:off x="832748" y="2522034"/>
              <a:ext cx="6597734" cy="906966"/>
            </a:xfrm>
            <a:prstGeom prst="roundRect">
              <a:avLst>
                <a:gd name="adj" fmla="val 5989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Google Shape;237;p23">
              <a:extLst>
                <a:ext uri="{FF2B5EF4-FFF2-40B4-BE49-F238E27FC236}">
                  <a16:creationId xmlns:a16="http://schemas.microsoft.com/office/drawing/2014/main" id="{3B544E30-50D5-5221-22F9-EDD4ED5DAD97}"/>
                </a:ext>
              </a:extLst>
            </p:cNvPr>
            <p:cNvSpPr txBox="1"/>
            <p:nvPr/>
          </p:nvSpPr>
          <p:spPr>
            <a:xfrm>
              <a:off x="978212" y="2604466"/>
              <a:ext cx="6321464" cy="3815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 algn="ctr">
                <a:lnSpc>
                  <a:spcPct val="159888"/>
                </a:lnSpc>
              </a:pPr>
              <a:r>
                <a:rPr lang="en-US" altLang="ko-KR" sz="1800" dirty="0">
                  <a:solidFill>
                    <a:srgbClr val="353434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{{input5}}</a:t>
              </a:r>
            </a:p>
          </p:txBody>
        </p: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B64FA090-E8E6-8186-2BA5-E147F360B644}"/>
                </a:ext>
              </a:extLst>
            </p:cNvPr>
            <p:cNvGrpSpPr/>
            <p:nvPr/>
          </p:nvGrpSpPr>
          <p:grpSpPr>
            <a:xfrm>
              <a:off x="832748" y="3851870"/>
              <a:ext cx="3487988" cy="619522"/>
              <a:chOff x="736548" y="2046256"/>
              <a:chExt cx="2978204" cy="470306"/>
            </a:xfrm>
          </p:grpSpPr>
          <p:grpSp>
            <p:nvGrpSpPr>
              <p:cNvPr id="17" name="Group 12">
                <a:extLst>
                  <a:ext uri="{FF2B5EF4-FFF2-40B4-BE49-F238E27FC236}">
                    <a16:creationId xmlns:a16="http://schemas.microsoft.com/office/drawing/2014/main" id="{77BADE23-E9CC-E69C-CF8B-8E6406A213D1}"/>
                  </a:ext>
                </a:extLst>
              </p:cNvPr>
              <p:cNvGrpSpPr/>
              <p:nvPr/>
            </p:nvGrpSpPr>
            <p:grpSpPr>
              <a:xfrm>
                <a:off x="736548" y="2191771"/>
                <a:ext cx="2205071" cy="324791"/>
                <a:chOff x="0" y="0"/>
                <a:chExt cx="975864" cy="158783"/>
              </a:xfrm>
            </p:grpSpPr>
            <p:sp>
              <p:nvSpPr>
                <p:cNvPr id="27" name="Freeform 13">
                  <a:extLst>
                    <a:ext uri="{FF2B5EF4-FFF2-40B4-BE49-F238E27FC236}">
                      <a16:creationId xmlns:a16="http://schemas.microsoft.com/office/drawing/2014/main" id="{D3D1E36F-C7F0-ACAB-7E49-597046C7B546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975864" cy="1587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5864" h="158783">
                      <a:moveTo>
                        <a:pt x="0" y="0"/>
                      </a:moveTo>
                      <a:lnTo>
                        <a:pt x="975864" y="0"/>
                      </a:lnTo>
                      <a:lnTo>
                        <a:pt x="975864" y="158783"/>
                      </a:lnTo>
                      <a:lnTo>
                        <a:pt x="0" y="158783"/>
                      </a:lnTo>
                      <a:close/>
                    </a:path>
                  </a:pathLst>
                </a:custGeom>
                <a:solidFill>
                  <a:srgbClr val="FF7900"/>
                </a:solidFill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28" name="TextBox 14">
                  <a:extLst>
                    <a:ext uri="{FF2B5EF4-FFF2-40B4-BE49-F238E27FC236}">
                      <a16:creationId xmlns:a16="http://schemas.microsoft.com/office/drawing/2014/main" id="{7C56A616-4A78-8E6E-865C-7CE5AFF25D57}"/>
                    </a:ext>
                  </a:extLst>
                </p:cNvPr>
                <p:cNvSpPr txBox="1"/>
                <p:nvPr/>
              </p:nvSpPr>
              <p:spPr>
                <a:xfrm>
                  <a:off x="0" y="-66675"/>
                  <a:ext cx="975864" cy="225458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100"/>
                    </a:lnSpc>
                  </a:pPr>
                  <a:endParaRPr/>
                </a:p>
              </p:txBody>
            </p:sp>
          </p:grpSp>
          <p:grpSp>
            <p:nvGrpSpPr>
              <p:cNvPr id="19" name="그룹 18">
                <a:extLst>
                  <a:ext uri="{FF2B5EF4-FFF2-40B4-BE49-F238E27FC236}">
                    <a16:creationId xmlns:a16="http://schemas.microsoft.com/office/drawing/2014/main" id="{5EF5A02E-83E8-9577-CE97-64F5A3408CA3}"/>
                  </a:ext>
                </a:extLst>
              </p:cNvPr>
              <p:cNvGrpSpPr/>
              <p:nvPr/>
            </p:nvGrpSpPr>
            <p:grpSpPr>
              <a:xfrm>
                <a:off x="2403932" y="2046256"/>
                <a:ext cx="1310820" cy="470302"/>
                <a:chOff x="3462337" y="1946901"/>
                <a:chExt cx="1310820" cy="479662"/>
              </a:xfrm>
            </p:grpSpPr>
            <p:grpSp>
              <p:nvGrpSpPr>
                <p:cNvPr id="21" name="Group 18">
                  <a:extLst>
                    <a:ext uri="{FF2B5EF4-FFF2-40B4-BE49-F238E27FC236}">
                      <a16:creationId xmlns:a16="http://schemas.microsoft.com/office/drawing/2014/main" id="{151AF744-039E-A623-3000-E07A301D5CF7}"/>
                    </a:ext>
                  </a:extLst>
                </p:cNvPr>
                <p:cNvGrpSpPr/>
                <p:nvPr/>
              </p:nvGrpSpPr>
              <p:grpSpPr>
                <a:xfrm>
                  <a:off x="3462337" y="1981414"/>
                  <a:ext cx="1113702" cy="440035"/>
                  <a:chOff x="0" y="-66675"/>
                  <a:chExt cx="958270" cy="283014"/>
                </a:xfrm>
              </p:grpSpPr>
              <p:sp>
                <p:nvSpPr>
                  <p:cNvPr id="25" name="Freeform 19">
                    <a:extLst>
                      <a:ext uri="{FF2B5EF4-FFF2-40B4-BE49-F238E27FC236}">
                        <a16:creationId xmlns:a16="http://schemas.microsoft.com/office/drawing/2014/main" id="{944E8A93-FE76-72CE-826B-1D3A9BCCE574}"/>
                      </a:ext>
                    </a:extLst>
                  </p:cNvPr>
                  <p:cNvSpPr/>
                  <p:nvPr/>
                </p:nvSpPr>
                <p:spPr>
                  <a:xfrm>
                    <a:off x="0" y="7445"/>
                    <a:ext cx="958270" cy="20889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8270" h="208894">
                        <a:moveTo>
                          <a:pt x="203200" y="0"/>
                        </a:moveTo>
                        <a:lnTo>
                          <a:pt x="958270" y="0"/>
                        </a:lnTo>
                        <a:lnTo>
                          <a:pt x="755070" y="208894"/>
                        </a:lnTo>
                        <a:lnTo>
                          <a:pt x="0" y="208894"/>
                        </a:lnTo>
                        <a:lnTo>
                          <a:pt x="203200" y="0"/>
                        </a:lnTo>
                        <a:close/>
                      </a:path>
                    </a:pathLst>
                  </a:custGeom>
                  <a:solidFill>
                    <a:srgbClr val="DD5E17"/>
                  </a:solidFill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6" name="TextBox 20">
                    <a:extLst>
                      <a:ext uri="{FF2B5EF4-FFF2-40B4-BE49-F238E27FC236}">
                        <a16:creationId xmlns:a16="http://schemas.microsoft.com/office/drawing/2014/main" id="{CB37CE29-9C27-AAE9-2815-658D033E12E3}"/>
                      </a:ext>
                    </a:extLst>
                  </p:cNvPr>
                  <p:cNvSpPr txBox="1"/>
                  <p:nvPr/>
                </p:nvSpPr>
                <p:spPr>
                  <a:xfrm>
                    <a:off x="101600" y="-66675"/>
                    <a:ext cx="755070" cy="275569"/>
                  </a:xfrm>
                  <a:prstGeom prst="rect">
                    <a:avLst/>
                  </a:prstGeom>
                </p:spPr>
                <p:txBody>
                  <a:bodyPr lIns="50800" tIns="50800" rIns="50800" bIns="50800" rtlCol="0" anchor="ctr"/>
                  <a:lstStyle/>
                  <a:p>
                    <a:pPr algn="ctr">
                      <a:lnSpc>
                        <a:spcPts val="2100"/>
                      </a:lnSpc>
                    </a:pPr>
                    <a:endParaRPr/>
                  </a:p>
                </p:txBody>
              </p:sp>
            </p:grpSp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D6A58781-517F-D582-9F46-C4FFD3F66D46}"/>
                    </a:ext>
                  </a:extLst>
                </p:cNvPr>
                <p:cNvGrpSpPr/>
                <p:nvPr/>
              </p:nvGrpSpPr>
              <p:grpSpPr>
                <a:xfrm>
                  <a:off x="3802249" y="1946901"/>
                  <a:ext cx="970908" cy="479662"/>
                  <a:chOff x="0" y="-66675"/>
                  <a:chExt cx="635000" cy="234495"/>
                </a:xfrm>
              </p:grpSpPr>
              <p:sp>
                <p:nvSpPr>
                  <p:cNvPr id="23" name="Freeform 22">
                    <a:extLst>
                      <a:ext uri="{FF2B5EF4-FFF2-40B4-BE49-F238E27FC236}">
                        <a16:creationId xmlns:a16="http://schemas.microsoft.com/office/drawing/2014/main" id="{B64D6FAD-BD62-F6D5-3BC7-6E7245CF3B58}"/>
                      </a:ext>
                    </a:extLst>
                  </p:cNvPr>
                  <p:cNvSpPr/>
                  <p:nvPr/>
                </p:nvSpPr>
                <p:spPr>
                  <a:xfrm>
                    <a:off x="0" y="3961"/>
                    <a:ext cx="635000" cy="1638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000" h="158783">
                        <a:moveTo>
                          <a:pt x="0" y="0"/>
                        </a:moveTo>
                        <a:lnTo>
                          <a:pt x="635000" y="0"/>
                        </a:lnTo>
                        <a:lnTo>
                          <a:pt x="635000" y="158783"/>
                        </a:lnTo>
                        <a:lnTo>
                          <a:pt x="0" y="158783"/>
                        </a:lnTo>
                        <a:close/>
                      </a:path>
                    </a:pathLst>
                  </a:custGeom>
                  <a:solidFill>
                    <a:srgbClr val="DD5E17"/>
                  </a:solidFill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73CCDB50-B3BE-308D-B2A2-D632757DD1B8}"/>
                      </a:ext>
                    </a:extLst>
                  </p:cNvPr>
                  <p:cNvSpPr txBox="1"/>
                  <p:nvPr/>
                </p:nvSpPr>
                <p:spPr>
                  <a:xfrm>
                    <a:off x="0" y="-66675"/>
                    <a:ext cx="635000" cy="225458"/>
                  </a:xfrm>
                  <a:prstGeom prst="rect">
                    <a:avLst/>
                  </a:prstGeom>
                </p:spPr>
                <p:txBody>
                  <a:bodyPr lIns="50800" tIns="50800" rIns="50800" bIns="50800" rtlCol="0" anchor="ctr"/>
                  <a:lstStyle/>
                  <a:p>
                    <a:pPr algn="ctr">
                      <a:lnSpc>
                        <a:spcPts val="2100"/>
                      </a:lnSpc>
                    </a:pPr>
                    <a:endParaRPr/>
                  </a:p>
                </p:txBody>
              </p:sp>
            </p:grpSp>
          </p:grpSp>
          <p:sp>
            <p:nvSpPr>
              <p:cNvPr id="20" name="Google Shape;231;p23">
                <a:extLst>
                  <a:ext uri="{FF2B5EF4-FFF2-40B4-BE49-F238E27FC236}">
                    <a16:creationId xmlns:a16="http://schemas.microsoft.com/office/drawing/2014/main" id="{BA928C1B-395C-34EE-F37B-CCFE7456AFBC}"/>
                  </a:ext>
                </a:extLst>
              </p:cNvPr>
              <p:cNvSpPr txBox="1"/>
              <p:nvPr/>
            </p:nvSpPr>
            <p:spPr>
              <a:xfrm>
                <a:off x="860751" y="2210103"/>
                <a:ext cx="1883093" cy="2453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altLang="en-US" sz="1600" dirty="0">
                    <a:solidFill>
                      <a:schemeClr val="bg1"/>
                    </a:solidFill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업무 적합성</a:t>
                </a:r>
                <a:endParaRPr sz="1600" dirty="0">
                  <a:solidFill>
                    <a:schemeClr val="bg1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endParaRPr>
              </a:p>
            </p:txBody>
          </p:sp>
        </p:grpSp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54D5C8FA-D50F-F70C-5764-7BC081E9C701}"/>
                </a:ext>
              </a:extLst>
            </p:cNvPr>
            <p:cNvSpPr/>
            <p:nvPr/>
          </p:nvSpPr>
          <p:spPr>
            <a:xfrm>
              <a:off x="819150" y="4651047"/>
              <a:ext cx="6611332" cy="839030"/>
            </a:xfrm>
            <a:prstGeom prst="roundRect">
              <a:avLst>
                <a:gd name="adj" fmla="val 5989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Google Shape;237;p23">
              <a:extLst>
                <a:ext uri="{FF2B5EF4-FFF2-40B4-BE49-F238E27FC236}">
                  <a16:creationId xmlns:a16="http://schemas.microsoft.com/office/drawing/2014/main" id="{C43A4CCC-A02D-B5AE-76E0-4A53C7F73D08}"/>
                </a:ext>
              </a:extLst>
            </p:cNvPr>
            <p:cNvSpPr txBox="1"/>
            <p:nvPr/>
          </p:nvSpPr>
          <p:spPr>
            <a:xfrm>
              <a:off x="1444467" y="4689058"/>
              <a:ext cx="5360696" cy="3815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 algn="ctr">
                <a:lnSpc>
                  <a:spcPct val="159888"/>
                </a:lnSpc>
              </a:pPr>
              <a:r>
                <a:rPr lang="en-US" altLang="ko-KR" sz="1800" dirty="0">
                  <a:solidFill>
                    <a:srgbClr val="353434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{{input6}}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632610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40">
          <a:extLst>
            <a:ext uri="{FF2B5EF4-FFF2-40B4-BE49-F238E27FC236}">
              <a16:creationId xmlns:a16="http://schemas.microsoft.com/office/drawing/2014/main" id="{15522316-2B2C-8D77-388B-8DC68A0F6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94;p14" descr="image.png">
            <a:extLst>
              <a:ext uri="{FF2B5EF4-FFF2-40B4-BE49-F238E27FC236}">
                <a16:creationId xmlns:a16="http://schemas.microsoft.com/office/drawing/2014/main" id="{BA213612-2FA1-3A63-A1D3-E020B70B27A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10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" name="그룹 39">
            <a:extLst>
              <a:ext uri="{FF2B5EF4-FFF2-40B4-BE49-F238E27FC236}">
                <a16:creationId xmlns:a16="http://schemas.microsoft.com/office/drawing/2014/main" id="{06FDCDA4-399B-80F4-C3B7-C68B036780AD}"/>
              </a:ext>
            </a:extLst>
          </p:cNvPr>
          <p:cNvGrpSpPr/>
          <p:nvPr/>
        </p:nvGrpSpPr>
        <p:grpSpPr>
          <a:xfrm>
            <a:off x="2762682" y="2463244"/>
            <a:ext cx="6666636" cy="1950609"/>
            <a:chOff x="3361134" y="2938488"/>
            <a:chExt cx="5469582" cy="1199358"/>
          </a:xfrm>
        </p:grpSpPr>
        <p:sp>
          <p:nvSpPr>
            <p:cNvPr id="143" name="Google Shape;143;p17">
              <a:extLst>
                <a:ext uri="{FF2B5EF4-FFF2-40B4-BE49-F238E27FC236}">
                  <a16:creationId xmlns:a16="http://schemas.microsoft.com/office/drawing/2014/main" id="{43C9FBC3-9F37-DBA8-C918-AD8934702BBF}"/>
                </a:ext>
              </a:extLst>
            </p:cNvPr>
            <p:cNvSpPr txBox="1"/>
            <p:nvPr/>
          </p:nvSpPr>
          <p:spPr>
            <a:xfrm>
              <a:off x="3726508" y="3171965"/>
              <a:ext cx="4738835" cy="5487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800" b="1" i="0" u="none" strike="noStrike" cap="none" dirty="0">
                  <a:solidFill>
                    <a:srgbClr val="1E293B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CHAPTER 04</a:t>
              </a:r>
              <a:endParaRPr sz="5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35" name="Google Shape;85;p13">
              <a:extLst>
                <a:ext uri="{FF2B5EF4-FFF2-40B4-BE49-F238E27FC236}">
                  <a16:creationId xmlns:a16="http://schemas.microsoft.com/office/drawing/2014/main" id="{D2C3B0BD-1A25-304C-0419-99645ABD770E}"/>
                </a:ext>
              </a:extLst>
            </p:cNvPr>
            <p:cNvSpPr txBox="1"/>
            <p:nvPr/>
          </p:nvSpPr>
          <p:spPr>
            <a:xfrm>
              <a:off x="3361134" y="3740441"/>
              <a:ext cx="5469582" cy="3974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 algn="ctr">
                <a:lnSpc>
                  <a:spcPct val="150000"/>
                </a:lnSpc>
              </a:pPr>
              <a:r>
                <a:rPr lang="ko-KR" altLang="en-US" sz="2800" b="1" dirty="0">
                  <a:solidFill>
                    <a:srgbClr val="F54214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확장성 및 보안</a:t>
              </a:r>
              <a:r>
                <a:rPr lang="en-US" altLang="ko-KR" sz="2800" b="1" dirty="0">
                  <a:solidFill>
                    <a:srgbClr val="F54214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/</a:t>
              </a:r>
              <a:r>
                <a:rPr lang="ko-KR" altLang="en-US" sz="2800" b="1" dirty="0">
                  <a:solidFill>
                    <a:srgbClr val="F54214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컴플라이언스</a:t>
              </a:r>
            </a:p>
          </p:txBody>
        </p:sp>
        <p:sp>
          <p:nvSpPr>
            <p:cNvPr id="37" name="Freeform 19">
              <a:extLst>
                <a:ext uri="{FF2B5EF4-FFF2-40B4-BE49-F238E27FC236}">
                  <a16:creationId xmlns:a16="http://schemas.microsoft.com/office/drawing/2014/main" id="{B32CD757-5013-A23D-5453-44F693A38293}"/>
                </a:ext>
              </a:extLst>
            </p:cNvPr>
            <p:cNvSpPr/>
            <p:nvPr/>
          </p:nvSpPr>
          <p:spPr>
            <a:xfrm flipV="1">
              <a:off x="5757373" y="2938488"/>
              <a:ext cx="677254" cy="45719"/>
            </a:xfrm>
            <a:custGeom>
              <a:avLst/>
              <a:gdLst/>
              <a:ahLst/>
              <a:cxnLst/>
              <a:rect l="l" t="t" r="r" b="b"/>
              <a:pathLst>
                <a:path w="18288000" h="435471">
                  <a:moveTo>
                    <a:pt x="0" y="0"/>
                  </a:moveTo>
                  <a:lnTo>
                    <a:pt x="18288000" y="0"/>
                  </a:lnTo>
                  <a:lnTo>
                    <a:pt x="18288000" y="435471"/>
                  </a:lnTo>
                  <a:lnTo>
                    <a:pt x="0" y="4354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525" b="-5814740"/>
              </a:stretch>
            </a:blipFill>
          </p:spPr>
          <p:txBody>
            <a:bodyPr/>
            <a:lstStyle/>
            <a:p>
              <a:endPara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500190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94;p14" descr="image.png">
            <a:extLst>
              <a:ext uri="{FF2B5EF4-FFF2-40B4-BE49-F238E27FC236}">
                <a16:creationId xmlns:a16="http://schemas.microsoft.com/office/drawing/2014/main" id="{025591C7-12CF-D25F-BCA7-E7553E49576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10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3"/>
          <p:cNvSpPr txBox="1"/>
          <p:nvPr/>
        </p:nvSpPr>
        <p:spPr>
          <a:xfrm>
            <a:off x="904875" y="1119730"/>
            <a:ext cx="64594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i="0" u="none" strike="noStrike" cap="none" dirty="0">
                <a:solidFill>
                  <a:srgbClr val="35343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Noto Sans KR"/>
              </a:rPr>
              <a:t>확장성과 보안</a:t>
            </a:r>
            <a:r>
              <a:rPr lang="en-US" altLang="ko-KR" sz="1600" i="0" u="none" strike="noStrike" cap="none" dirty="0">
                <a:solidFill>
                  <a:srgbClr val="35343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Noto Sans KR"/>
              </a:rPr>
              <a:t>/</a:t>
            </a:r>
            <a:r>
              <a:rPr lang="ko-KR" altLang="en-US" sz="1600" i="0" u="none" strike="noStrike" cap="none" dirty="0">
                <a:solidFill>
                  <a:srgbClr val="35343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Noto Sans KR"/>
              </a:rPr>
              <a:t>컴플라이언스 측면에서 고려한 부분에 대해 설명해주세요</a:t>
            </a:r>
            <a:r>
              <a:rPr lang="en-US" altLang="ko-KR" sz="1600" i="0" u="none" strike="noStrike" cap="none" dirty="0">
                <a:solidFill>
                  <a:srgbClr val="35343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Noto Sans KR"/>
              </a:rPr>
              <a:t>.</a:t>
            </a:r>
            <a:endParaRPr sz="1600" dirty="0">
              <a:solidFill>
                <a:srgbClr val="353434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39" name="Google Shape;213;p21">
            <a:extLst>
              <a:ext uri="{FF2B5EF4-FFF2-40B4-BE49-F238E27FC236}">
                <a16:creationId xmlns:a16="http://schemas.microsoft.com/office/drawing/2014/main" id="{CC572384-A779-9B7F-6B81-872075C47EF5}"/>
              </a:ext>
            </a:extLst>
          </p:cNvPr>
          <p:cNvSpPr txBox="1"/>
          <p:nvPr/>
        </p:nvSpPr>
        <p:spPr>
          <a:xfrm>
            <a:off x="904875" y="594367"/>
            <a:ext cx="11051381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50" b="1" dirty="0">
                <a:solidFill>
                  <a:srgbClr val="1E293B"/>
                </a:solidFill>
                <a:latin typeface="Noto Sans KR"/>
                <a:ea typeface="Noto Sans KR"/>
                <a:sym typeface="Noto Sans KR"/>
              </a:rPr>
              <a:t>확장성 및</a:t>
            </a:r>
            <a:r>
              <a:rPr lang="en-US" altLang="ko-KR" sz="2550" b="1" dirty="0">
                <a:solidFill>
                  <a:srgbClr val="1E293B"/>
                </a:solidFill>
                <a:latin typeface="Noto Sans KR"/>
                <a:ea typeface="Noto Sans KR"/>
                <a:sym typeface="Noto Sans KR"/>
              </a:rPr>
              <a:t> </a:t>
            </a:r>
            <a:r>
              <a:rPr lang="ko-KR" altLang="en-US" sz="2550" b="1" dirty="0">
                <a:solidFill>
                  <a:srgbClr val="1E293B"/>
                </a:solidFill>
                <a:latin typeface="Noto Sans KR"/>
                <a:ea typeface="Noto Sans KR"/>
                <a:sym typeface="Noto Sans KR"/>
              </a:rPr>
              <a:t>보안</a:t>
            </a:r>
            <a:r>
              <a:rPr lang="en-US" altLang="ko-KR" sz="2550" b="1" dirty="0">
                <a:solidFill>
                  <a:srgbClr val="1E293B"/>
                </a:solidFill>
                <a:latin typeface="Noto Sans KR"/>
                <a:ea typeface="Noto Sans KR"/>
                <a:sym typeface="Noto Sans KR"/>
              </a:rPr>
              <a:t>/</a:t>
            </a:r>
            <a:r>
              <a:rPr lang="ko-KR" altLang="en-US" sz="2550" b="1" dirty="0">
                <a:solidFill>
                  <a:srgbClr val="1E293B"/>
                </a:solidFill>
                <a:latin typeface="Noto Sans KR"/>
                <a:ea typeface="Noto Sans KR"/>
                <a:sym typeface="Noto Sans KR"/>
              </a:rPr>
              <a:t>컴플라이언스</a:t>
            </a:r>
            <a:endParaRPr dirty="0"/>
          </a:p>
        </p:txBody>
      </p:sp>
      <p:sp>
        <p:nvSpPr>
          <p:cNvPr id="41" name="Google Shape;214;p21">
            <a:extLst>
              <a:ext uri="{FF2B5EF4-FFF2-40B4-BE49-F238E27FC236}">
                <a16:creationId xmlns:a16="http://schemas.microsoft.com/office/drawing/2014/main" id="{3521A4AB-D69D-27C6-B1BA-55006E0987A8}"/>
              </a:ext>
            </a:extLst>
          </p:cNvPr>
          <p:cNvSpPr/>
          <p:nvPr/>
        </p:nvSpPr>
        <p:spPr>
          <a:xfrm>
            <a:off x="762000" y="571500"/>
            <a:ext cx="57150" cy="438150"/>
          </a:xfrm>
          <a:prstGeom prst="rect">
            <a:avLst/>
          </a:prstGeom>
          <a:solidFill>
            <a:srgbClr val="E6002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18DDB335-756A-6683-F7BE-FF77E7AF5F95}"/>
              </a:ext>
            </a:extLst>
          </p:cNvPr>
          <p:cNvGrpSpPr/>
          <p:nvPr/>
        </p:nvGrpSpPr>
        <p:grpSpPr>
          <a:xfrm>
            <a:off x="762000" y="1988009"/>
            <a:ext cx="7302603" cy="4019501"/>
            <a:chOff x="736548" y="2046259"/>
            <a:chExt cx="4920393" cy="2632363"/>
          </a:xfrm>
        </p:grpSpPr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0886593D-F29F-C939-A138-C99085D67E5C}"/>
                </a:ext>
              </a:extLst>
            </p:cNvPr>
            <p:cNvGrpSpPr/>
            <p:nvPr/>
          </p:nvGrpSpPr>
          <p:grpSpPr>
            <a:xfrm>
              <a:off x="736548" y="2046259"/>
              <a:ext cx="2978204" cy="470303"/>
              <a:chOff x="736548" y="2046259"/>
              <a:chExt cx="2978204" cy="470303"/>
            </a:xfrm>
          </p:grpSpPr>
          <p:grpSp>
            <p:nvGrpSpPr>
              <p:cNvPr id="22" name="Group 12">
                <a:extLst>
                  <a:ext uri="{FF2B5EF4-FFF2-40B4-BE49-F238E27FC236}">
                    <a16:creationId xmlns:a16="http://schemas.microsoft.com/office/drawing/2014/main" id="{4DDA4EB7-9B96-A8C3-616F-5109F44C421C}"/>
                  </a:ext>
                </a:extLst>
              </p:cNvPr>
              <p:cNvGrpSpPr/>
              <p:nvPr/>
            </p:nvGrpSpPr>
            <p:grpSpPr>
              <a:xfrm>
                <a:off x="736548" y="2191771"/>
                <a:ext cx="2205071" cy="324791"/>
                <a:chOff x="0" y="0"/>
                <a:chExt cx="975864" cy="158783"/>
              </a:xfrm>
            </p:grpSpPr>
            <p:sp>
              <p:nvSpPr>
                <p:cNvPr id="23" name="Freeform 13">
                  <a:extLst>
                    <a:ext uri="{FF2B5EF4-FFF2-40B4-BE49-F238E27FC236}">
                      <a16:creationId xmlns:a16="http://schemas.microsoft.com/office/drawing/2014/main" id="{2A71A0CC-EE9B-C837-B5D6-411FAC547626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975864" cy="1587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5864" h="158783">
                      <a:moveTo>
                        <a:pt x="0" y="0"/>
                      </a:moveTo>
                      <a:lnTo>
                        <a:pt x="975864" y="0"/>
                      </a:lnTo>
                      <a:lnTo>
                        <a:pt x="975864" y="158783"/>
                      </a:lnTo>
                      <a:lnTo>
                        <a:pt x="0" y="158783"/>
                      </a:lnTo>
                      <a:close/>
                    </a:path>
                  </a:pathLst>
                </a:custGeom>
                <a:solidFill>
                  <a:srgbClr val="FF7900"/>
                </a:solidFill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24" name="TextBox 14">
                  <a:extLst>
                    <a:ext uri="{FF2B5EF4-FFF2-40B4-BE49-F238E27FC236}">
                      <a16:creationId xmlns:a16="http://schemas.microsoft.com/office/drawing/2014/main" id="{3CF67E0A-30A7-D6DB-198B-E47C7DD96AE3}"/>
                    </a:ext>
                  </a:extLst>
                </p:cNvPr>
                <p:cNvSpPr txBox="1"/>
                <p:nvPr/>
              </p:nvSpPr>
              <p:spPr>
                <a:xfrm>
                  <a:off x="0" y="-66675"/>
                  <a:ext cx="975864" cy="225458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100"/>
                    </a:lnSpc>
                  </a:pPr>
                  <a:endParaRPr/>
                </a:p>
              </p:txBody>
            </p:sp>
          </p:grpSp>
          <p:grpSp>
            <p:nvGrpSpPr>
              <p:cNvPr id="36" name="그룹 35">
                <a:extLst>
                  <a:ext uri="{FF2B5EF4-FFF2-40B4-BE49-F238E27FC236}">
                    <a16:creationId xmlns:a16="http://schemas.microsoft.com/office/drawing/2014/main" id="{B0C999CB-5CB2-9513-B142-1AD316D77C8A}"/>
                  </a:ext>
                </a:extLst>
              </p:cNvPr>
              <p:cNvGrpSpPr/>
              <p:nvPr/>
            </p:nvGrpSpPr>
            <p:grpSpPr>
              <a:xfrm>
                <a:off x="2403932" y="2046259"/>
                <a:ext cx="1310820" cy="468679"/>
                <a:chOff x="3462337" y="1946901"/>
                <a:chExt cx="1310820" cy="478006"/>
              </a:xfrm>
            </p:grpSpPr>
            <p:grpSp>
              <p:nvGrpSpPr>
                <p:cNvPr id="26" name="Group 18">
                  <a:extLst>
                    <a:ext uri="{FF2B5EF4-FFF2-40B4-BE49-F238E27FC236}">
                      <a16:creationId xmlns:a16="http://schemas.microsoft.com/office/drawing/2014/main" id="{10DC2064-6285-DFE9-466F-3125D96F0244}"/>
                    </a:ext>
                  </a:extLst>
                </p:cNvPr>
                <p:cNvGrpSpPr/>
                <p:nvPr/>
              </p:nvGrpSpPr>
              <p:grpSpPr>
                <a:xfrm>
                  <a:off x="3462337" y="1981414"/>
                  <a:ext cx="1113702" cy="440035"/>
                  <a:chOff x="0" y="-66675"/>
                  <a:chExt cx="958270" cy="283014"/>
                </a:xfrm>
              </p:grpSpPr>
              <p:sp>
                <p:nvSpPr>
                  <p:cNvPr id="30" name="Freeform 19">
                    <a:extLst>
                      <a:ext uri="{FF2B5EF4-FFF2-40B4-BE49-F238E27FC236}">
                        <a16:creationId xmlns:a16="http://schemas.microsoft.com/office/drawing/2014/main" id="{13498AC5-7944-5A89-60B8-FC33C9207D0C}"/>
                      </a:ext>
                    </a:extLst>
                  </p:cNvPr>
                  <p:cNvSpPr/>
                  <p:nvPr/>
                </p:nvSpPr>
                <p:spPr>
                  <a:xfrm>
                    <a:off x="0" y="7445"/>
                    <a:ext cx="958270" cy="20889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8270" h="208894">
                        <a:moveTo>
                          <a:pt x="203200" y="0"/>
                        </a:moveTo>
                        <a:lnTo>
                          <a:pt x="958270" y="0"/>
                        </a:lnTo>
                        <a:lnTo>
                          <a:pt x="755070" y="208894"/>
                        </a:lnTo>
                        <a:lnTo>
                          <a:pt x="0" y="208894"/>
                        </a:lnTo>
                        <a:lnTo>
                          <a:pt x="203200" y="0"/>
                        </a:lnTo>
                        <a:close/>
                      </a:path>
                    </a:pathLst>
                  </a:custGeom>
                  <a:solidFill>
                    <a:srgbClr val="DD5E17"/>
                  </a:solidFill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31" name="TextBox 20">
                    <a:extLst>
                      <a:ext uri="{FF2B5EF4-FFF2-40B4-BE49-F238E27FC236}">
                        <a16:creationId xmlns:a16="http://schemas.microsoft.com/office/drawing/2014/main" id="{ABB03A48-4535-0054-7545-BE85582170B9}"/>
                      </a:ext>
                    </a:extLst>
                  </p:cNvPr>
                  <p:cNvSpPr txBox="1"/>
                  <p:nvPr/>
                </p:nvSpPr>
                <p:spPr>
                  <a:xfrm>
                    <a:off x="101600" y="-66675"/>
                    <a:ext cx="755070" cy="275569"/>
                  </a:xfrm>
                  <a:prstGeom prst="rect">
                    <a:avLst/>
                  </a:prstGeom>
                </p:spPr>
                <p:txBody>
                  <a:bodyPr lIns="50800" tIns="50800" rIns="50800" bIns="50800" rtlCol="0" anchor="ctr"/>
                  <a:lstStyle/>
                  <a:p>
                    <a:pPr algn="ctr">
                      <a:lnSpc>
                        <a:spcPts val="2100"/>
                      </a:lnSpc>
                    </a:pPr>
                    <a:endParaRPr/>
                  </a:p>
                </p:txBody>
              </p:sp>
            </p:grpSp>
            <p:grpSp>
              <p:nvGrpSpPr>
                <p:cNvPr id="27" name="Group 21">
                  <a:extLst>
                    <a:ext uri="{FF2B5EF4-FFF2-40B4-BE49-F238E27FC236}">
                      <a16:creationId xmlns:a16="http://schemas.microsoft.com/office/drawing/2014/main" id="{AE80E255-C5EA-1438-CA40-207FC8599A09}"/>
                    </a:ext>
                  </a:extLst>
                </p:cNvPr>
                <p:cNvGrpSpPr/>
                <p:nvPr/>
              </p:nvGrpSpPr>
              <p:grpSpPr>
                <a:xfrm>
                  <a:off x="3802249" y="1946901"/>
                  <a:ext cx="970908" cy="478006"/>
                  <a:chOff x="0" y="-66675"/>
                  <a:chExt cx="635000" cy="233686"/>
                </a:xfrm>
              </p:grpSpPr>
              <p:sp>
                <p:nvSpPr>
                  <p:cNvPr id="28" name="Freeform 22">
                    <a:extLst>
                      <a:ext uri="{FF2B5EF4-FFF2-40B4-BE49-F238E27FC236}">
                        <a16:creationId xmlns:a16="http://schemas.microsoft.com/office/drawing/2014/main" id="{67C21F59-4822-DBBC-0EF7-141A51277073}"/>
                      </a:ext>
                    </a:extLst>
                  </p:cNvPr>
                  <p:cNvSpPr/>
                  <p:nvPr/>
                </p:nvSpPr>
                <p:spPr>
                  <a:xfrm>
                    <a:off x="0" y="6230"/>
                    <a:ext cx="635000" cy="16078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000" h="158783">
                        <a:moveTo>
                          <a:pt x="0" y="0"/>
                        </a:moveTo>
                        <a:lnTo>
                          <a:pt x="635000" y="0"/>
                        </a:lnTo>
                        <a:lnTo>
                          <a:pt x="635000" y="158783"/>
                        </a:lnTo>
                        <a:lnTo>
                          <a:pt x="0" y="158783"/>
                        </a:lnTo>
                        <a:close/>
                      </a:path>
                    </a:pathLst>
                  </a:custGeom>
                  <a:solidFill>
                    <a:srgbClr val="DD5E17"/>
                  </a:solidFill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  <p:sp>
                <p:nvSpPr>
                  <p:cNvPr id="29" name="TextBox 23">
                    <a:extLst>
                      <a:ext uri="{FF2B5EF4-FFF2-40B4-BE49-F238E27FC236}">
                        <a16:creationId xmlns:a16="http://schemas.microsoft.com/office/drawing/2014/main" id="{A21E0CB9-D4B5-2C54-8466-658558CB8154}"/>
                      </a:ext>
                    </a:extLst>
                  </p:cNvPr>
                  <p:cNvSpPr txBox="1"/>
                  <p:nvPr/>
                </p:nvSpPr>
                <p:spPr>
                  <a:xfrm>
                    <a:off x="0" y="-66675"/>
                    <a:ext cx="635000" cy="225458"/>
                  </a:xfrm>
                  <a:prstGeom prst="rect">
                    <a:avLst/>
                  </a:prstGeom>
                </p:spPr>
                <p:txBody>
                  <a:bodyPr lIns="50800" tIns="50800" rIns="50800" bIns="50800" rtlCol="0" anchor="ctr"/>
                  <a:lstStyle/>
                  <a:p>
                    <a:pPr algn="ctr">
                      <a:lnSpc>
                        <a:spcPts val="2100"/>
                      </a:lnSpc>
                    </a:pPr>
                    <a:endParaRPr/>
                  </a:p>
                </p:txBody>
              </p:sp>
            </p:grpSp>
          </p:grpSp>
          <p:sp>
            <p:nvSpPr>
              <p:cNvPr id="34" name="Google Shape;231;p23">
                <a:extLst>
                  <a:ext uri="{FF2B5EF4-FFF2-40B4-BE49-F238E27FC236}">
                    <a16:creationId xmlns:a16="http://schemas.microsoft.com/office/drawing/2014/main" id="{188BE8CF-FCEA-65A2-E564-60DACE402BEC}"/>
                  </a:ext>
                </a:extLst>
              </p:cNvPr>
              <p:cNvSpPr txBox="1"/>
              <p:nvPr/>
            </p:nvSpPr>
            <p:spPr>
              <a:xfrm>
                <a:off x="860751" y="2224782"/>
                <a:ext cx="1883093" cy="2453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altLang="en-US" sz="1600" dirty="0">
                    <a:solidFill>
                      <a:schemeClr val="bg1"/>
                    </a:solidFill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확장성</a:t>
                </a:r>
                <a:endParaRPr sz="1600" dirty="0">
                  <a:solidFill>
                    <a:schemeClr val="bg1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endParaRPr>
              </a:p>
            </p:txBody>
          </p:sp>
        </p:grpSp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2A7C594C-CBCD-B08B-C74A-FFBEB3F67F60}"/>
                </a:ext>
              </a:extLst>
            </p:cNvPr>
            <p:cNvSpPr/>
            <p:nvPr/>
          </p:nvSpPr>
          <p:spPr>
            <a:xfrm>
              <a:off x="748159" y="2646117"/>
              <a:ext cx="4908782" cy="636944"/>
            </a:xfrm>
            <a:prstGeom prst="roundRect">
              <a:avLst>
                <a:gd name="adj" fmla="val 5989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7" name="Google Shape;237;p23"/>
            <p:cNvSpPr txBox="1"/>
            <p:nvPr/>
          </p:nvSpPr>
          <p:spPr>
            <a:xfrm>
              <a:off x="872362" y="2670942"/>
              <a:ext cx="4577208" cy="290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 algn="ctr">
                <a:lnSpc>
                  <a:spcPct val="159888"/>
                </a:lnSpc>
              </a:pPr>
              <a:r>
                <a:rPr lang="en-US" altLang="ko-KR" sz="1800" dirty="0">
                  <a:solidFill>
                    <a:srgbClr val="353434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{{input7}}</a:t>
              </a:r>
            </a:p>
          </p:txBody>
        </p:sp>
        <p:grpSp>
          <p:nvGrpSpPr>
            <p:cNvPr id="42" name="그룹 41">
              <a:extLst>
                <a:ext uri="{FF2B5EF4-FFF2-40B4-BE49-F238E27FC236}">
                  <a16:creationId xmlns:a16="http://schemas.microsoft.com/office/drawing/2014/main" id="{B9D3798E-EE7C-963B-5076-802066236B69}"/>
                </a:ext>
              </a:extLst>
            </p:cNvPr>
            <p:cNvGrpSpPr/>
            <p:nvPr/>
          </p:nvGrpSpPr>
          <p:grpSpPr>
            <a:xfrm>
              <a:off x="748159" y="3619758"/>
              <a:ext cx="2978204" cy="470303"/>
              <a:chOff x="736548" y="2046260"/>
              <a:chExt cx="2978204" cy="470303"/>
            </a:xfrm>
          </p:grpSpPr>
          <p:grpSp>
            <p:nvGrpSpPr>
              <p:cNvPr id="43" name="Group 12">
                <a:extLst>
                  <a:ext uri="{FF2B5EF4-FFF2-40B4-BE49-F238E27FC236}">
                    <a16:creationId xmlns:a16="http://schemas.microsoft.com/office/drawing/2014/main" id="{42054152-A8BA-D003-390E-A2A4CE02E723}"/>
                  </a:ext>
                </a:extLst>
              </p:cNvPr>
              <p:cNvGrpSpPr/>
              <p:nvPr/>
            </p:nvGrpSpPr>
            <p:grpSpPr>
              <a:xfrm>
                <a:off x="736548" y="2191771"/>
                <a:ext cx="2205071" cy="324791"/>
                <a:chOff x="0" y="0"/>
                <a:chExt cx="975864" cy="158783"/>
              </a:xfrm>
            </p:grpSpPr>
            <p:sp>
              <p:nvSpPr>
                <p:cNvPr id="52" name="Freeform 13">
                  <a:extLst>
                    <a:ext uri="{FF2B5EF4-FFF2-40B4-BE49-F238E27FC236}">
                      <a16:creationId xmlns:a16="http://schemas.microsoft.com/office/drawing/2014/main" id="{C8DA98E4-F4ED-2D52-198C-F1FBF4C0A868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975864" cy="1587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5864" h="158783">
                      <a:moveTo>
                        <a:pt x="0" y="0"/>
                      </a:moveTo>
                      <a:lnTo>
                        <a:pt x="975864" y="0"/>
                      </a:lnTo>
                      <a:lnTo>
                        <a:pt x="975864" y="158783"/>
                      </a:lnTo>
                      <a:lnTo>
                        <a:pt x="0" y="158783"/>
                      </a:lnTo>
                      <a:close/>
                    </a:path>
                  </a:pathLst>
                </a:custGeom>
                <a:solidFill>
                  <a:srgbClr val="FF7900"/>
                </a:solidFill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53" name="TextBox 14">
                  <a:extLst>
                    <a:ext uri="{FF2B5EF4-FFF2-40B4-BE49-F238E27FC236}">
                      <a16:creationId xmlns:a16="http://schemas.microsoft.com/office/drawing/2014/main" id="{33B376E3-2241-19E8-D971-DEBB53C2A1E2}"/>
                    </a:ext>
                  </a:extLst>
                </p:cNvPr>
                <p:cNvSpPr txBox="1"/>
                <p:nvPr/>
              </p:nvSpPr>
              <p:spPr>
                <a:xfrm>
                  <a:off x="0" y="-66675"/>
                  <a:ext cx="975864" cy="225458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100"/>
                    </a:lnSpc>
                  </a:pPr>
                  <a:endParaRPr/>
                </a:p>
              </p:txBody>
            </p:sp>
          </p:grpSp>
          <p:grpSp>
            <p:nvGrpSpPr>
              <p:cNvPr id="44" name="그룹 43">
                <a:extLst>
                  <a:ext uri="{FF2B5EF4-FFF2-40B4-BE49-F238E27FC236}">
                    <a16:creationId xmlns:a16="http://schemas.microsoft.com/office/drawing/2014/main" id="{BEA1D043-33E1-A625-9126-855F88343A1A}"/>
                  </a:ext>
                </a:extLst>
              </p:cNvPr>
              <p:cNvGrpSpPr/>
              <p:nvPr/>
            </p:nvGrpSpPr>
            <p:grpSpPr>
              <a:xfrm>
                <a:off x="2403932" y="2046260"/>
                <a:ext cx="1310820" cy="470303"/>
                <a:chOff x="3462337" y="1946901"/>
                <a:chExt cx="1310820" cy="479662"/>
              </a:xfrm>
            </p:grpSpPr>
            <p:grpSp>
              <p:nvGrpSpPr>
                <p:cNvPr id="46" name="Group 18">
                  <a:extLst>
                    <a:ext uri="{FF2B5EF4-FFF2-40B4-BE49-F238E27FC236}">
                      <a16:creationId xmlns:a16="http://schemas.microsoft.com/office/drawing/2014/main" id="{7C94BCC9-711E-AF79-EC8D-9ED5668F7181}"/>
                    </a:ext>
                  </a:extLst>
                </p:cNvPr>
                <p:cNvGrpSpPr/>
                <p:nvPr/>
              </p:nvGrpSpPr>
              <p:grpSpPr>
                <a:xfrm>
                  <a:off x="3462337" y="1981414"/>
                  <a:ext cx="1113702" cy="440035"/>
                  <a:chOff x="0" y="-66675"/>
                  <a:chExt cx="958270" cy="283014"/>
                </a:xfrm>
              </p:grpSpPr>
              <p:sp>
                <p:nvSpPr>
                  <p:cNvPr id="50" name="Freeform 19">
                    <a:extLst>
                      <a:ext uri="{FF2B5EF4-FFF2-40B4-BE49-F238E27FC236}">
                        <a16:creationId xmlns:a16="http://schemas.microsoft.com/office/drawing/2014/main" id="{28E78F72-8C54-DCD8-39AE-21ABA90EBAF6}"/>
                      </a:ext>
                    </a:extLst>
                  </p:cNvPr>
                  <p:cNvSpPr/>
                  <p:nvPr/>
                </p:nvSpPr>
                <p:spPr>
                  <a:xfrm>
                    <a:off x="0" y="7445"/>
                    <a:ext cx="958270" cy="20889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8270" h="208894">
                        <a:moveTo>
                          <a:pt x="203200" y="0"/>
                        </a:moveTo>
                        <a:lnTo>
                          <a:pt x="958270" y="0"/>
                        </a:lnTo>
                        <a:lnTo>
                          <a:pt x="755070" y="208894"/>
                        </a:lnTo>
                        <a:lnTo>
                          <a:pt x="0" y="208894"/>
                        </a:lnTo>
                        <a:lnTo>
                          <a:pt x="203200" y="0"/>
                        </a:lnTo>
                        <a:close/>
                      </a:path>
                    </a:pathLst>
                  </a:custGeom>
                  <a:solidFill>
                    <a:srgbClr val="DD5E17"/>
                  </a:solidFill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51" name="TextBox 20">
                    <a:extLst>
                      <a:ext uri="{FF2B5EF4-FFF2-40B4-BE49-F238E27FC236}">
                        <a16:creationId xmlns:a16="http://schemas.microsoft.com/office/drawing/2014/main" id="{DC2C0C18-53E0-EAE3-48DD-2485291E39CD}"/>
                      </a:ext>
                    </a:extLst>
                  </p:cNvPr>
                  <p:cNvSpPr txBox="1"/>
                  <p:nvPr/>
                </p:nvSpPr>
                <p:spPr>
                  <a:xfrm>
                    <a:off x="101600" y="-66675"/>
                    <a:ext cx="755070" cy="275569"/>
                  </a:xfrm>
                  <a:prstGeom prst="rect">
                    <a:avLst/>
                  </a:prstGeom>
                </p:spPr>
                <p:txBody>
                  <a:bodyPr lIns="50800" tIns="50800" rIns="50800" bIns="50800" rtlCol="0" anchor="ctr"/>
                  <a:lstStyle/>
                  <a:p>
                    <a:pPr algn="ctr">
                      <a:lnSpc>
                        <a:spcPts val="2100"/>
                      </a:lnSpc>
                    </a:pPr>
                    <a:endParaRPr/>
                  </a:p>
                </p:txBody>
              </p:sp>
            </p:grpSp>
            <p:grpSp>
              <p:nvGrpSpPr>
                <p:cNvPr id="47" name="Group 21">
                  <a:extLst>
                    <a:ext uri="{FF2B5EF4-FFF2-40B4-BE49-F238E27FC236}">
                      <a16:creationId xmlns:a16="http://schemas.microsoft.com/office/drawing/2014/main" id="{7DD00F2E-D635-E417-71A9-6C044A25A024}"/>
                    </a:ext>
                  </a:extLst>
                </p:cNvPr>
                <p:cNvGrpSpPr/>
                <p:nvPr/>
              </p:nvGrpSpPr>
              <p:grpSpPr>
                <a:xfrm>
                  <a:off x="3802249" y="1946901"/>
                  <a:ext cx="970908" cy="479662"/>
                  <a:chOff x="0" y="-66675"/>
                  <a:chExt cx="635000" cy="234495"/>
                </a:xfrm>
              </p:grpSpPr>
              <p:sp>
                <p:nvSpPr>
                  <p:cNvPr id="48" name="Freeform 22">
                    <a:extLst>
                      <a:ext uri="{FF2B5EF4-FFF2-40B4-BE49-F238E27FC236}">
                        <a16:creationId xmlns:a16="http://schemas.microsoft.com/office/drawing/2014/main" id="{951C332B-FBD2-97FC-3AE2-F893B198BB57}"/>
                      </a:ext>
                    </a:extLst>
                  </p:cNvPr>
                  <p:cNvSpPr/>
                  <p:nvPr/>
                </p:nvSpPr>
                <p:spPr>
                  <a:xfrm>
                    <a:off x="0" y="5879"/>
                    <a:ext cx="635000" cy="16194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000" h="158783">
                        <a:moveTo>
                          <a:pt x="0" y="0"/>
                        </a:moveTo>
                        <a:lnTo>
                          <a:pt x="635000" y="0"/>
                        </a:lnTo>
                        <a:lnTo>
                          <a:pt x="635000" y="158783"/>
                        </a:lnTo>
                        <a:lnTo>
                          <a:pt x="0" y="158783"/>
                        </a:lnTo>
                        <a:close/>
                      </a:path>
                    </a:pathLst>
                  </a:custGeom>
                  <a:solidFill>
                    <a:srgbClr val="DD5E17"/>
                  </a:solidFill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  <p:sp>
                <p:nvSpPr>
                  <p:cNvPr id="49" name="TextBox 23">
                    <a:extLst>
                      <a:ext uri="{FF2B5EF4-FFF2-40B4-BE49-F238E27FC236}">
                        <a16:creationId xmlns:a16="http://schemas.microsoft.com/office/drawing/2014/main" id="{76305516-F682-68DE-D638-BFDEC9C4D64B}"/>
                      </a:ext>
                    </a:extLst>
                  </p:cNvPr>
                  <p:cNvSpPr txBox="1"/>
                  <p:nvPr/>
                </p:nvSpPr>
                <p:spPr>
                  <a:xfrm>
                    <a:off x="0" y="-66675"/>
                    <a:ext cx="635000" cy="225458"/>
                  </a:xfrm>
                  <a:prstGeom prst="rect">
                    <a:avLst/>
                  </a:prstGeom>
                </p:spPr>
                <p:txBody>
                  <a:bodyPr lIns="50800" tIns="50800" rIns="50800" bIns="50800" rtlCol="0" anchor="ctr"/>
                  <a:lstStyle/>
                  <a:p>
                    <a:pPr algn="ctr">
                      <a:lnSpc>
                        <a:spcPts val="2100"/>
                      </a:lnSpc>
                    </a:pPr>
                    <a:endParaRPr/>
                  </a:p>
                </p:txBody>
              </p:sp>
            </p:grpSp>
          </p:grpSp>
          <p:sp>
            <p:nvSpPr>
              <p:cNvPr id="45" name="Google Shape;231;p23">
                <a:extLst>
                  <a:ext uri="{FF2B5EF4-FFF2-40B4-BE49-F238E27FC236}">
                    <a16:creationId xmlns:a16="http://schemas.microsoft.com/office/drawing/2014/main" id="{5D92FB38-1111-9890-5DCF-6F1467BC1E70}"/>
                  </a:ext>
                </a:extLst>
              </p:cNvPr>
              <p:cNvSpPr txBox="1"/>
              <p:nvPr/>
            </p:nvSpPr>
            <p:spPr>
              <a:xfrm>
                <a:off x="860751" y="2210103"/>
                <a:ext cx="1883093" cy="2453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altLang="en-US" sz="1600" dirty="0">
                    <a:solidFill>
                      <a:schemeClr val="bg1"/>
                    </a:solidFill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보안</a:t>
                </a:r>
                <a:r>
                  <a:rPr lang="en-US" altLang="ko-KR" sz="1600" dirty="0">
                    <a:solidFill>
                      <a:schemeClr val="bg1"/>
                    </a:solidFill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/</a:t>
                </a:r>
                <a:r>
                  <a:rPr lang="ko-KR" altLang="en-US" sz="1600" dirty="0">
                    <a:solidFill>
                      <a:schemeClr val="bg1"/>
                    </a:solidFill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컴플라이언스</a:t>
                </a:r>
                <a:endParaRPr sz="1600" dirty="0">
                  <a:solidFill>
                    <a:schemeClr val="bg1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endParaRPr>
              </a:p>
            </p:txBody>
          </p:sp>
        </p:grpSp>
        <p:sp>
          <p:nvSpPr>
            <p:cNvPr id="55" name="사각형: 둥근 모서리 54">
              <a:extLst>
                <a:ext uri="{FF2B5EF4-FFF2-40B4-BE49-F238E27FC236}">
                  <a16:creationId xmlns:a16="http://schemas.microsoft.com/office/drawing/2014/main" id="{2815DC02-B5B5-17F0-65A0-90CD34C8E4C4}"/>
                </a:ext>
              </a:extLst>
            </p:cNvPr>
            <p:cNvSpPr/>
            <p:nvPr/>
          </p:nvSpPr>
          <p:spPr>
            <a:xfrm>
              <a:off x="736548" y="4226444"/>
              <a:ext cx="4908782" cy="452178"/>
            </a:xfrm>
            <a:prstGeom prst="roundRect">
              <a:avLst>
                <a:gd name="adj" fmla="val 5989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" name="Google Shape;237;p23">
              <a:extLst>
                <a:ext uri="{FF2B5EF4-FFF2-40B4-BE49-F238E27FC236}">
                  <a16:creationId xmlns:a16="http://schemas.microsoft.com/office/drawing/2014/main" id="{E78C77BB-9594-2F6E-D662-9F7B501451CF}"/>
                </a:ext>
              </a:extLst>
            </p:cNvPr>
            <p:cNvSpPr txBox="1"/>
            <p:nvPr/>
          </p:nvSpPr>
          <p:spPr>
            <a:xfrm>
              <a:off x="902335" y="4302349"/>
              <a:ext cx="4577208" cy="290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 algn="ctr">
                <a:lnSpc>
                  <a:spcPct val="159888"/>
                </a:lnSpc>
              </a:pPr>
              <a:r>
                <a:rPr lang="en-US" altLang="ko-KR" sz="1800" dirty="0">
                  <a:solidFill>
                    <a:srgbClr val="353434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{{input8}}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265;p25" descr="image.png"/>
          <p:cNvPicPr preferRelativeResize="0"/>
          <p:nvPr/>
        </p:nvPicPr>
        <p:blipFill rotWithShape="1">
          <a:blip r:embed="rId3">
            <a:alphaModFix/>
          </a:blip>
          <a:srcRect b="958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5"/>
          <p:cNvSpPr txBox="1"/>
          <p:nvPr/>
        </p:nvSpPr>
        <p:spPr>
          <a:xfrm>
            <a:off x="495300" y="2780135"/>
            <a:ext cx="11201400" cy="123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dirty="0">
                <a:solidFill>
                  <a:srgbClr val="1E293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Q &amp; A</a:t>
            </a:r>
            <a:endParaRPr sz="8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</TotalTime>
  <Words>184</Words>
  <Application>Microsoft Office PowerPoint</Application>
  <PresentationFormat>와이드스크린</PresentationFormat>
  <Paragraphs>38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7" baseType="lpstr">
      <vt:lpstr>Arial</vt:lpstr>
      <vt:lpstr>Pretendard</vt:lpstr>
      <vt:lpstr>Noto Sans KR</vt:lpstr>
      <vt:lpstr>Pretendard Medium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경덕 임</cp:lastModifiedBy>
  <cp:revision>17</cp:revision>
  <dcterms:modified xsi:type="dcterms:W3CDTF">2026-07-02T00:12:23Z</dcterms:modified>
</cp:coreProperties>
</file>